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672" r:id="rId6"/>
    <p:sldMasterId id="2147483706" r:id="rId7"/>
    <p:sldMasterId id="2147483718" r:id="rId8"/>
    <p:sldMasterId id="2147483730" r:id="rId9"/>
    <p:sldMasterId id="2147483742" r:id="rId10"/>
  </p:sldMasterIdLst>
  <p:notesMasterIdLst>
    <p:notesMasterId r:id="rId46"/>
  </p:notesMasterIdLst>
  <p:sldIdLst>
    <p:sldId id="280" r:id="rId11"/>
    <p:sldId id="283" r:id="rId12"/>
    <p:sldId id="302" r:id="rId13"/>
    <p:sldId id="298" r:id="rId14"/>
    <p:sldId id="299" r:id="rId15"/>
    <p:sldId id="284" r:id="rId16"/>
    <p:sldId id="304" r:id="rId17"/>
    <p:sldId id="305" r:id="rId18"/>
    <p:sldId id="287" r:id="rId19"/>
    <p:sldId id="301" r:id="rId20"/>
    <p:sldId id="300" r:id="rId21"/>
    <p:sldId id="289" r:id="rId22"/>
    <p:sldId id="288" r:id="rId23"/>
    <p:sldId id="303" r:id="rId24"/>
    <p:sldId id="286" r:id="rId25"/>
    <p:sldId id="285" r:id="rId26"/>
    <p:sldId id="295" r:id="rId27"/>
    <p:sldId id="296" r:id="rId28"/>
    <p:sldId id="306" r:id="rId29"/>
    <p:sldId id="290" r:id="rId30"/>
    <p:sldId id="291" r:id="rId31"/>
    <p:sldId id="315" r:id="rId32"/>
    <p:sldId id="316" r:id="rId33"/>
    <p:sldId id="317" r:id="rId34"/>
    <p:sldId id="318" r:id="rId35"/>
    <p:sldId id="292" r:id="rId36"/>
    <p:sldId id="297" r:id="rId37"/>
    <p:sldId id="309" r:id="rId38"/>
    <p:sldId id="310" r:id="rId39"/>
    <p:sldId id="311" r:id="rId40"/>
    <p:sldId id="293" r:id="rId41"/>
    <p:sldId id="312" r:id="rId42"/>
    <p:sldId id="313" r:id="rId43"/>
    <p:sldId id="314" r:id="rId44"/>
    <p:sldId id="294" r:id="rId45"/>
  </p:sldIdLst>
  <p:sldSz cx="9144000" cy="6858000" type="screen4x3"/>
  <p:notesSz cx="6858000" cy="9144000"/>
  <p:defaultTextStyle>
    <a:defPPr>
      <a:defRPr lang="pt-BR"/>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5DAA"/>
    <a:srgbClr val="777777"/>
    <a:srgbClr val="0196D8"/>
    <a:srgbClr val="2771A0"/>
    <a:srgbClr val="792612"/>
    <a:srgbClr val="B98357"/>
    <a:srgbClr val="F7FCF5"/>
    <a:srgbClr val="F121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C77ECD-F8E8-5FC3-52ED-AA560C3580E4}" v="5" dt="2026-05-03T17:54:49.935"/>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870" autoAdjust="0"/>
    <p:restoredTop sz="94660"/>
  </p:normalViewPr>
  <p:slideViewPr>
    <p:cSldViewPr>
      <p:cViewPr>
        <p:scale>
          <a:sx n="100" d="100"/>
          <a:sy n="100" d="100"/>
        </p:scale>
        <p:origin x="-552" y="906"/>
      </p:cViewPr>
      <p:guideLst>
        <p:guide orient="horz" pos="2160"/>
        <p:guide pos="288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theme" Target="theme/theme1.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slide" Target="slides/slide34.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viewProps" Target="viewProps.xml"/><Relationship Id="rId8" Type="http://schemas.openxmlformats.org/officeDocument/2006/relationships/slideMaster" Target="slideMasters/slideMaster5.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notesMaster" Target="notesMasters/notesMaster1.xml"/><Relationship Id="rId20" Type="http://schemas.openxmlformats.org/officeDocument/2006/relationships/slide" Target="slides/slide10.xml"/><Relationship Id="rId41" Type="http://schemas.openxmlformats.org/officeDocument/2006/relationships/slide" Target="slides/slide31.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s Felipe Andrade Benicio" userId="S::251035461@aluno.unb.br::a5ef4a4e-0e35-4b70-bd3c-ef32901f16e1" providerId="AD" clId="Web-{53C77ECD-F8E8-5FC3-52ED-AA560C3580E4}"/>
    <pc:docChg chg="modSld">
      <pc:chgData name="Luis Felipe Andrade Benicio" userId="S::251035461@aluno.unb.br::a5ef4a4e-0e35-4b70-bd3c-ef32901f16e1" providerId="AD" clId="Web-{53C77ECD-F8E8-5FC3-52ED-AA560C3580E4}" dt="2026-05-03T17:54:47.138" v="3" actId="20577"/>
      <pc:docMkLst>
        <pc:docMk/>
      </pc:docMkLst>
      <pc:sldChg chg="modSp">
        <pc:chgData name="Luis Felipe Andrade Benicio" userId="S::251035461@aluno.unb.br::a5ef4a4e-0e35-4b70-bd3c-ef32901f16e1" providerId="AD" clId="Web-{53C77ECD-F8E8-5FC3-52ED-AA560C3580E4}" dt="2026-05-03T17:54:47.138" v="3" actId="20577"/>
        <pc:sldMkLst>
          <pc:docMk/>
          <pc:sldMk cId="0" sldId="299"/>
        </pc:sldMkLst>
        <pc:spChg chg="mod">
          <ac:chgData name="Luis Felipe Andrade Benicio" userId="S::251035461@aluno.unb.br::a5ef4a4e-0e35-4b70-bd3c-ef32901f16e1" providerId="AD" clId="Web-{53C77ECD-F8E8-5FC3-52ED-AA560C3580E4}" dt="2026-05-03T17:54:47.138" v="3" actId="20577"/>
          <ac:spMkLst>
            <pc:docMk/>
            <pc:sldMk cId="0" sldId="299"/>
            <ac:spMk id="2055" creationId="{BC1BD493-97C9-C996-6BA0-F3DAA1F430FC}"/>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Carlos_2\Documents\UnB\Faculdade%20de%20Tecnologia\Disciplinas%20a%20Ministrar\Engenharia%20Economica\Planilha%20de%20Exemplos(1).xls" TargetMode="External"/><Relationship Id="rId2" Type="http://schemas.openxmlformats.org/officeDocument/2006/relationships/image" Target="../media/image18.jpeg"/><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8.7034457727241957E-2"/>
          <c:y val="4.8840353427492857E-2"/>
          <c:w val="0.72808092738407826"/>
          <c:h val="0.89719889180519174"/>
        </c:manualLayout>
      </c:layout>
      <c:lineChart>
        <c:grouping val="standard"/>
        <c:varyColors val="0"/>
        <c:ser>
          <c:idx val="1"/>
          <c:order val="0"/>
          <c:tx>
            <c:strRef>
              <c:f>Plan1!$C$33</c:f>
              <c:strCache>
                <c:ptCount val="1"/>
                <c:pt idx="0">
                  <c:v>VPLR</c:v>
                </c:pt>
              </c:strCache>
            </c:strRef>
          </c:tx>
          <c:cat>
            <c:numRef>
              <c:f>Plan1!$B$34:$B$37</c:f>
              <c:numCache>
                <c:formatCode>General</c:formatCode>
                <c:ptCount val="4"/>
                <c:pt idx="0">
                  <c:v>0</c:v>
                </c:pt>
                <c:pt idx="1">
                  <c:v>0.5</c:v>
                </c:pt>
                <c:pt idx="2">
                  <c:v>0.60000000000000064</c:v>
                </c:pt>
                <c:pt idx="3">
                  <c:v>0.67000000000000126</c:v>
                </c:pt>
              </c:numCache>
            </c:numRef>
          </c:cat>
          <c:val>
            <c:numRef>
              <c:f>Plan1!$C$34:$C$37</c:f>
              <c:numCache>
                <c:formatCode>General</c:formatCode>
                <c:ptCount val="4"/>
                <c:pt idx="0">
                  <c:v>10</c:v>
                </c:pt>
                <c:pt idx="1">
                  <c:v>1.6700000000000019</c:v>
                </c:pt>
                <c:pt idx="2">
                  <c:v>0.63000000000000111</c:v>
                </c:pt>
                <c:pt idx="3">
                  <c:v>0</c:v>
                </c:pt>
              </c:numCache>
            </c:numRef>
          </c:val>
          <c:smooth val="1"/>
          <c:extLst>
            <c:ext xmlns:c16="http://schemas.microsoft.com/office/drawing/2014/chart" uri="{C3380CC4-5D6E-409C-BE32-E72D297353CC}">
              <c16:uniqueId val="{00000000-4B48-44EA-8B9F-F1A7109299E8}"/>
            </c:ext>
          </c:extLst>
        </c:ser>
        <c:ser>
          <c:idx val="2"/>
          <c:order val="1"/>
          <c:tx>
            <c:strRef>
              <c:f>Plan1!$D$33</c:f>
              <c:strCache>
                <c:ptCount val="1"/>
                <c:pt idx="0">
                  <c:v>VPLS</c:v>
                </c:pt>
              </c:strCache>
            </c:strRef>
          </c:tx>
          <c:cat>
            <c:numRef>
              <c:f>Plan1!$B$34:$B$37</c:f>
              <c:numCache>
                <c:formatCode>General</c:formatCode>
                <c:ptCount val="4"/>
                <c:pt idx="0">
                  <c:v>0</c:v>
                </c:pt>
                <c:pt idx="1">
                  <c:v>0.5</c:v>
                </c:pt>
                <c:pt idx="2">
                  <c:v>0.60000000000000064</c:v>
                </c:pt>
                <c:pt idx="3">
                  <c:v>0.67000000000000126</c:v>
                </c:pt>
              </c:numCache>
            </c:numRef>
          </c:cat>
          <c:val>
            <c:numRef>
              <c:f>Plan1!$D$34:$D$37</c:f>
              <c:numCache>
                <c:formatCode>General</c:formatCode>
                <c:ptCount val="4"/>
                <c:pt idx="0">
                  <c:v>15</c:v>
                </c:pt>
                <c:pt idx="1">
                  <c:v>1.6700000000000019</c:v>
                </c:pt>
                <c:pt idx="2">
                  <c:v>0</c:v>
                </c:pt>
                <c:pt idx="3">
                  <c:v>-1</c:v>
                </c:pt>
              </c:numCache>
            </c:numRef>
          </c:val>
          <c:smooth val="1"/>
          <c:extLst>
            <c:ext xmlns:c16="http://schemas.microsoft.com/office/drawing/2014/chart" uri="{C3380CC4-5D6E-409C-BE32-E72D297353CC}">
              <c16:uniqueId val="{00000001-4B48-44EA-8B9F-F1A7109299E8}"/>
            </c:ext>
          </c:extLst>
        </c:ser>
        <c:dLbls>
          <c:showLegendKey val="0"/>
          <c:showVal val="0"/>
          <c:showCatName val="0"/>
          <c:showSerName val="0"/>
          <c:showPercent val="0"/>
          <c:showBubbleSize val="0"/>
        </c:dLbls>
        <c:marker val="1"/>
        <c:smooth val="0"/>
        <c:axId val="90692608"/>
        <c:axId val="90792704"/>
      </c:lineChart>
      <c:catAx>
        <c:axId val="90692608"/>
        <c:scaling>
          <c:orientation val="minMax"/>
        </c:scaling>
        <c:delete val="0"/>
        <c:axPos val="b"/>
        <c:numFmt formatCode="General" sourceLinked="1"/>
        <c:majorTickMark val="out"/>
        <c:minorTickMark val="none"/>
        <c:tickLblPos val="nextTo"/>
        <c:crossAx val="90792704"/>
        <c:crosses val="autoZero"/>
        <c:auto val="1"/>
        <c:lblAlgn val="ctr"/>
        <c:lblOffset val="100"/>
        <c:noMultiLvlLbl val="0"/>
      </c:catAx>
      <c:valAx>
        <c:axId val="90792704"/>
        <c:scaling>
          <c:orientation val="minMax"/>
        </c:scaling>
        <c:delete val="0"/>
        <c:axPos val="l"/>
        <c:majorGridlines/>
        <c:numFmt formatCode="General" sourceLinked="1"/>
        <c:majorTickMark val="out"/>
        <c:minorTickMark val="none"/>
        <c:tickLblPos val="nextTo"/>
        <c:crossAx val="90692608"/>
        <c:crosses val="autoZero"/>
        <c:crossBetween val="between"/>
      </c:valAx>
      <c:spPr>
        <a:blipFill>
          <a:blip xmlns:r="http://schemas.openxmlformats.org/officeDocument/2006/relationships" r:embed="rId2"/>
          <a:tile tx="0" ty="0" sx="100000" sy="100000" flip="none" algn="tl"/>
        </a:blipFill>
      </c:spPr>
    </c:plotArea>
    <c:legend>
      <c:legendPos val="r"/>
      <c:overlay val="0"/>
    </c:legend>
    <c:plotVisOnly val="1"/>
    <c:dispBlanksAs val="gap"/>
    <c:showDLblsOverMax val="0"/>
  </c:chart>
  <c:externalData r:id="rId3">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F97BB25C-BCC8-9CC3-6DF6-37791C0275A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pt-BR"/>
          </a:p>
        </p:txBody>
      </p:sp>
      <p:sp>
        <p:nvSpPr>
          <p:cNvPr id="3" name="Espaço Reservado para Data 2">
            <a:extLst>
              <a:ext uri="{FF2B5EF4-FFF2-40B4-BE49-F238E27FC236}">
                <a16:creationId xmlns:a16="http://schemas.microsoft.com/office/drawing/2014/main" id="{BC632105-213F-F956-4DA8-C3250DDEC066}"/>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2595D3FF-657E-4F6A-89CF-AC2AFC955F89}" type="datetimeFigureOut">
              <a:rPr lang="pt-BR"/>
              <a:pPr>
                <a:defRPr/>
              </a:pPr>
              <a:t>03/05/2026</a:t>
            </a:fld>
            <a:endParaRPr lang="pt-BR"/>
          </a:p>
        </p:txBody>
      </p:sp>
      <p:sp>
        <p:nvSpPr>
          <p:cNvPr id="4" name="Espaço Reservado para Imagem de Slide 3">
            <a:extLst>
              <a:ext uri="{FF2B5EF4-FFF2-40B4-BE49-F238E27FC236}">
                <a16:creationId xmlns:a16="http://schemas.microsoft.com/office/drawing/2014/main" id="{B95FBBA8-1092-0108-D993-D3AEA83DE67C}"/>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pt-BR" noProof="0"/>
          </a:p>
        </p:txBody>
      </p:sp>
      <p:sp>
        <p:nvSpPr>
          <p:cNvPr id="5" name="Espaço Reservado para Anotações 4">
            <a:extLst>
              <a:ext uri="{FF2B5EF4-FFF2-40B4-BE49-F238E27FC236}">
                <a16:creationId xmlns:a16="http://schemas.microsoft.com/office/drawing/2014/main" id="{992FD416-4CCD-E523-3906-49234A77CE0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t-BR" noProof="0"/>
              <a:t>Clique para editar os estilos do texto mestre</a:t>
            </a:r>
          </a:p>
          <a:p>
            <a:pPr lvl="1"/>
            <a:r>
              <a:rPr lang="pt-BR" noProof="0"/>
              <a:t>Segundo nível</a:t>
            </a:r>
          </a:p>
          <a:p>
            <a:pPr lvl="2"/>
            <a:r>
              <a:rPr lang="pt-BR" noProof="0"/>
              <a:t>Terceiro nível</a:t>
            </a:r>
          </a:p>
          <a:p>
            <a:pPr lvl="3"/>
            <a:r>
              <a:rPr lang="pt-BR" noProof="0"/>
              <a:t>Quarto nível</a:t>
            </a:r>
          </a:p>
          <a:p>
            <a:pPr lvl="4"/>
            <a:r>
              <a:rPr lang="pt-BR" noProof="0"/>
              <a:t>Quinto nível</a:t>
            </a:r>
          </a:p>
        </p:txBody>
      </p:sp>
      <p:sp>
        <p:nvSpPr>
          <p:cNvPr id="6" name="Espaço Reservado para Rodapé 5">
            <a:extLst>
              <a:ext uri="{FF2B5EF4-FFF2-40B4-BE49-F238E27FC236}">
                <a16:creationId xmlns:a16="http://schemas.microsoft.com/office/drawing/2014/main" id="{F8186EBE-74FF-8799-0DF5-BB5B0DCD825E}"/>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pt-BR"/>
          </a:p>
        </p:txBody>
      </p:sp>
      <p:sp>
        <p:nvSpPr>
          <p:cNvPr id="7" name="Espaço Reservado para Número de Slide 6">
            <a:extLst>
              <a:ext uri="{FF2B5EF4-FFF2-40B4-BE49-F238E27FC236}">
                <a16:creationId xmlns:a16="http://schemas.microsoft.com/office/drawing/2014/main" id="{EA5F1188-A6AE-1790-EA2D-4AB48C47082E}"/>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7BB13C5B-21C6-43A9-B65C-81286B8CC572}" type="slidenum">
              <a:rPr lang="pt-BR" altLang="pt-BR"/>
              <a:pPr/>
              <a:t>‹nº›</a:t>
            </a:fld>
            <a:endParaRPr lang="pt-BR" altLang="pt-B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Espaço Reservado para Imagem de Slide 1">
            <a:extLst>
              <a:ext uri="{FF2B5EF4-FFF2-40B4-BE49-F238E27FC236}">
                <a16:creationId xmlns:a16="http://schemas.microsoft.com/office/drawing/2014/main" id="{B0EDDF02-BF33-9428-C673-AACD0F5646E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Espaço Reservado para Anotações 2">
            <a:extLst>
              <a:ext uri="{FF2B5EF4-FFF2-40B4-BE49-F238E27FC236}">
                <a16:creationId xmlns:a16="http://schemas.microsoft.com/office/drawing/2014/main" id="{AC36CFE1-E6A2-1AE0-B135-407D23D00E4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08ED05B4-43A4-9546-689D-28875325BE21}"/>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BFF95D4-2B3B-405E-A10C-F82F536C04F3}" type="slidenum">
              <a:rPr lang="pt-BR" altLang="pt-BR">
                <a:latin typeface="Calibri" panose="020F0502020204030204" pitchFamily="34" charset="0"/>
              </a:rPr>
              <a:pPr eaLnBrk="1" hangingPunct="1"/>
              <a:t>1</a:t>
            </a:fld>
            <a:endParaRPr lang="pt-BR" altLang="pt-BR">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Imagem de Slide 1">
            <a:extLst>
              <a:ext uri="{FF2B5EF4-FFF2-40B4-BE49-F238E27FC236}">
                <a16:creationId xmlns:a16="http://schemas.microsoft.com/office/drawing/2014/main" id="{644079A5-DD8D-9467-6929-FAEA9D8F54F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Espaço Reservado para Anotações 2">
            <a:extLst>
              <a:ext uri="{FF2B5EF4-FFF2-40B4-BE49-F238E27FC236}">
                <a16:creationId xmlns:a16="http://schemas.microsoft.com/office/drawing/2014/main" id="{A83A4EC3-8300-0C50-0C59-8FE5A3919B5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EAF2FC53-629E-5FCC-8629-8476BD00B141}"/>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5881C70-C55C-4A6F-A774-925BD408ACCE}" type="slidenum">
              <a:rPr lang="pt-BR" altLang="pt-BR">
                <a:latin typeface="Calibri" panose="020F0502020204030204" pitchFamily="34" charset="0"/>
              </a:rPr>
              <a:pPr eaLnBrk="1" hangingPunct="1"/>
              <a:t>2</a:t>
            </a:fld>
            <a:endParaRPr lang="pt-BR" altLang="pt-BR">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ço Reservado para Imagem de Slide 1">
            <a:extLst>
              <a:ext uri="{FF2B5EF4-FFF2-40B4-BE49-F238E27FC236}">
                <a16:creationId xmlns:a16="http://schemas.microsoft.com/office/drawing/2014/main" id="{893E6BF2-DEF3-45A4-CABC-3475CD586DC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Espaço Reservado para Anotações 2">
            <a:extLst>
              <a:ext uri="{FF2B5EF4-FFF2-40B4-BE49-F238E27FC236}">
                <a16:creationId xmlns:a16="http://schemas.microsoft.com/office/drawing/2014/main" id="{DFE21889-9BFC-471E-FF3B-DEAE572A9DD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ECD2AC95-2F3F-837C-5D28-51E245C20501}"/>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E9B97FC-7D2D-4D20-A382-DE65F0D310F4}" type="slidenum">
              <a:rPr lang="pt-BR" altLang="pt-BR">
                <a:solidFill>
                  <a:srgbClr val="000000"/>
                </a:solidFill>
                <a:latin typeface="Calibri" panose="020F0502020204030204" pitchFamily="34" charset="0"/>
              </a:rPr>
              <a:pPr eaLnBrk="1" hangingPunct="1"/>
              <a:t>3</a:t>
            </a:fld>
            <a:endParaRPr lang="pt-BR" altLang="pt-BR">
              <a:solidFill>
                <a:srgbClr val="000000"/>
              </a:solidFill>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ço Reservado para Imagem de Slide 1">
            <a:extLst>
              <a:ext uri="{FF2B5EF4-FFF2-40B4-BE49-F238E27FC236}">
                <a16:creationId xmlns:a16="http://schemas.microsoft.com/office/drawing/2014/main" id="{015B4D85-64B7-CC52-7576-C4010585331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ço Reservado para Anotações 2">
            <a:extLst>
              <a:ext uri="{FF2B5EF4-FFF2-40B4-BE49-F238E27FC236}">
                <a16:creationId xmlns:a16="http://schemas.microsoft.com/office/drawing/2014/main" id="{974CEE3A-56FF-3F85-7608-59BD246CDC0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A7C510D2-1767-1CC7-977D-E8CAFE178BA3}"/>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FF60889-BC0C-4F82-BE8C-64CDF6F11E3B}" type="slidenum">
              <a:rPr lang="pt-BR" altLang="pt-BR">
                <a:solidFill>
                  <a:srgbClr val="000000"/>
                </a:solidFill>
                <a:latin typeface="Calibri" panose="020F0502020204030204" pitchFamily="34" charset="0"/>
              </a:rPr>
              <a:pPr eaLnBrk="1" hangingPunct="1"/>
              <a:t>4</a:t>
            </a:fld>
            <a:endParaRPr lang="pt-BR" altLang="pt-BR">
              <a:solidFill>
                <a:srgbClr val="000000"/>
              </a:solidFill>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ço Reservado para Imagem de Slide 1">
            <a:extLst>
              <a:ext uri="{FF2B5EF4-FFF2-40B4-BE49-F238E27FC236}">
                <a16:creationId xmlns:a16="http://schemas.microsoft.com/office/drawing/2014/main" id="{156E59F0-3C22-ED9E-EEAD-84A40105F74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ço Reservado para Anotações 2">
            <a:extLst>
              <a:ext uri="{FF2B5EF4-FFF2-40B4-BE49-F238E27FC236}">
                <a16:creationId xmlns:a16="http://schemas.microsoft.com/office/drawing/2014/main" id="{F87D8511-BEBB-C940-EE9A-85BEB407E52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1AE07CF7-1EF2-8D4D-CCCF-C17D6BC26A30}"/>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2C292F6-6A6B-42FA-9F58-501B6016065F}" type="slidenum">
              <a:rPr lang="pt-BR" altLang="pt-BR">
                <a:solidFill>
                  <a:srgbClr val="000000"/>
                </a:solidFill>
                <a:latin typeface="Calibri" panose="020F0502020204030204" pitchFamily="34" charset="0"/>
              </a:rPr>
              <a:pPr eaLnBrk="1" hangingPunct="1"/>
              <a:t>5</a:t>
            </a:fld>
            <a:endParaRPr lang="pt-BR" altLang="pt-BR">
              <a:solidFill>
                <a:srgbClr val="000000"/>
              </a:solidFill>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ço Reservado para Imagem de Slide 1">
            <a:extLst>
              <a:ext uri="{FF2B5EF4-FFF2-40B4-BE49-F238E27FC236}">
                <a16:creationId xmlns:a16="http://schemas.microsoft.com/office/drawing/2014/main" id="{DFEA11CE-5DA3-20D0-6B94-9AD0484FDB4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ço Reservado para Anotações 2">
            <a:extLst>
              <a:ext uri="{FF2B5EF4-FFF2-40B4-BE49-F238E27FC236}">
                <a16:creationId xmlns:a16="http://schemas.microsoft.com/office/drawing/2014/main" id="{634D2779-181F-8DD3-FC07-73A98A61EBE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D70711D3-3241-2B22-2B06-07C6B9CCF8AC}"/>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6A7F9F7-E86D-4F84-A34A-0CC28750465B}" type="slidenum">
              <a:rPr lang="pt-BR" altLang="pt-BR">
                <a:latin typeface="Calibri" panose="020F0502020204030204" pitchFamily="34" charset="0"/>
              </a:rPr>
              <a:pPr eaLnBrk="1" hangingPunct="1"/>
              <a:t>6</a:t>
            </a:fld>
            <a:endParaRPr lang="pt-BR" altLang="pt-BR">
              <a:latin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Espaço Reservado para Imagem de Slide 1">
            <a:extLst>
              <a:ext uri="{FF2B5EF4-FFF2-40B4-BE49-F238E27FC236}">
                <a16:creationId xmlns:a16="http://schemas.microsoft.com/office/drawing/2014/main" id="{7071C826-0E5C-4214-F50E-A75B7621BB3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Espaço Reservado para Anotações 2">
            <a:extLst>
              <a:ext uri="{FF2B5EF4-FFF2-40B4-BE49-F238E27FC236}">
                <a16:creationId xmlns:a16="http://schemas.microsoft.com/office/drawing/2014/main" id="{21ABADF3-6F78-3E46-1F2E-562951DF105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56C5B681-5419-F1A7-556E-2644022BADA1}"/>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EE8CC40-F6AA-495E-ABDD-D38941A17692}" type="slidenum">
              <a:rPr lang="pt-BR" altLang="pt-BR">
                <a:solidFill>
                  <a:srgbClr val="000000"/>
                </a:solidFill>
                <a:latin typeface="Calibri" panose="020F0502020204030204" pitchFamily="34" charset="0"/>
              </a:rPr>
              <a:pPr eaLnBrk="1" hangingPunct="1"/>
              <a:t>7</a:t>
            </a:fld>
            <a:endParaRPr lang="pt-BR" altLang="pt-BR">
              <a:solidFill>
                <a:srgbClr val="000000"/>
              </a:solidFill>
              <a:latin typeface="Calibri" panose="020F050202020403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Espaço Reservado para Imagem de Slide 1">
            <a:extLst>
              <a:ext uri="{FF2B5EF4-FFF2-40B4-BE49-F238E27FC236}">
                <a16:creationId xmlns:a16="http://schemas.microsoft.com/office/drawing/2014/main" id="{68B96044-0079-3ABE-5552-5BBFBC0C8C4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Espaço Reservado para Anotações 2">
            <a:extLst>
              <a:ext uri="{FF2B5EF4-FFF2-40B4-BE49-F238E27FC236}">
                <a16:creationId xmlns:a16="http://schemas.microsoft.com/office/drawing/2014/main" id="{F6D81812-4F47-5ACC-E139-61C24337AF2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7400BE6B-9089-BA5F-73AD-97DB506726C7}"/>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0E0F692-DE44-45A3-BF5A-4CDA7C2D03AF}" type="slidenum">
              <a:rPr lang="pt-BR" altLang="pt-BR">
                <a:solidFill>
                  <a:srgbClr val="000000"/>
                </a:solidFill>
                <a:latin typeface="Calibri" panose="020F0502020204030204" pitchFamily="34" charset="0"/>
              </a:rPr>
              <a:pPr eaLnBrk="1" hangingPunct="1"/>
              <a:t>8</a:t>
            </a:fld>
            <a:endParaRPr lang="pt-BR" altLang="pt-BR">
              <a:solidFill>
                <a:srgbClr val="000000"/>
              </a:solidFill>
              <a:latin typeface="Calibri" panose="020F05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Espaço Reservado para Imagem de Slide 1">
            <a:extLst>
              <a:ext uri="{FF2B5EF4-FFF2-40B4-BE49-F238E27FC236}">
                <a16:creationId xmlns:a16="http://schemas.microsoft.com/office/drawing/2014/main" id="{0C91F094-68DB-1A29-57AB-6722238793D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Espaço Reservado para Anotações 2">
            <a:extLst>
              <a:ext uri="{FF2B5EF4-FFF2-40B4-BE49-F238E27FC236}">
                <a16:creationId xmlns:a16="http://schemas.microsoft.com/office/drawing/2014/main" id="{5EB4C17A-C048-3471-19C1-54A9B7B9537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2C79440C-5148-C918-AED4-5D5DC7C03085}"/>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5386CF8-4523-442E-AE0B-8587D91000BC}" type="slidenum">
              <a:rPr lang="pt-BR" altLang="pt-BR">
                <a:latin typeface="Calibri" panose="020F0502020204030204" pitchFamily="34" charset="0"/>
              </a:rPr>
              <a:pPr eaLnBrk="1" hangingPunct="1"/>
              <a:t>9</a:t>
            </a:fld>
            <a:endParaRPr lang="pt-BR" altLang="pt-BR">
              <a:latin typeface="Calibri" panose="020F050202020403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Espaço Reservado para Imagem de Slide 1">
            <a:extLst>
              <a:ext uri="{FF2B5EF4-FFF2-40B4-BE49-F238E27FC236}">
                <a16:creationId xmlns:a16="http://schemas.microsoft.com/office/drawing/2014/main" id="{BC722F80-781C-D480-E91F-26BDD1760A5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Espaço Reservado para Anotações 2">
            <a:extLst>
              <a:ext uri="{FF2B5EF4-FFF2-40B4-BE49-F238E27FC236}">
                <a16:creationId xmlns:a16="http://schemas.microsoft.com/office/drawing/2014/main" id="{8249DEDB-A827-AC87-1D20-4443B3BEB5B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0EA7264D-937A-C6A7-2BAD-96D7CFC944D1}"/>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CBFA651-0668-400E-B581-AB0EF5F4940A}" type="slidenum">
              <a:rPr lang="pt-BR" altLang="pt-BR">
                <a:solidFill>
                  <a:srgbClr val="000000"/>
                </a:solidFill>
                <a:latin typeface="Calibri" panose="020F0502020204030204" pitchFamily="34" charset="0"/>
              </a:rPr>
              <a:pPr eaLnBrk="1" hangingPunct="1"/>
              <a:t>10</a:t>
            </a:fld>
            <a:endParaRPr lang="pt-BR" altLang="pt-BR">
              <a:solidFill>
                <a:srgbClr val="000000"/>
              </a:solidFill>
              <a:latin typeface="Calibri" panose="020F050202020403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Espaço Reservado para Imagem de Slide 1">
            <a:extLst>
              <a:ext uri="{FF2B5EF4-FFF2-40B4-BE49-F238E27FC236}">
                <a16:creationId xmlns:a16="http://schemas.microsoft.com/office/drawing/2014/main" id="{FED0D0E7-8678-F145-F09C-06E70483A80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Espaço Reservado para Anotações 2">
            <a:extLst>
              <a:ext uri="{FF2B5EF4-FFF2-40B4-BE49-F238E27FC236}">
                <a16:creationId xmlns:a16="http://schemas.microsoft.com/office/drawing/2014/main" id="{8C9AB64D-87A9-77E9-F225-B02B8B6DC0A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67285FD2-0B01-935D-7C58-33609C38389D}"/>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D18CCAC-4071-4834-A952-8E8C1BB8F538}" type="slidenum">
              <a:rPr lang="pt-BR" altLang="pt-BR">
                <a:solidFill>
                  <a:srgbClr val="000000"/>
                </a:solidFill>
                <a:latin typeface="Calibri" panose="020F0502020204030204" pitchFamily="34" charset="0"/>
              </a:rPr>
              <a:pPr eaLnBrk="1" hangingPunct="1"/>
              <a:t>11</a:t>
            </a:fld>
            <a:endParaRPr lang="pt-BR" altLang="pt-BR">
              <a:solidFill>
                <a:srgbClr val="000000"/>
              </a:solidFill>
              <a:latin typeface="Calibri" panose="020F050202020403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Espaço Reservado para Imagem de Slide 1">
            <a:extLst>
              <a:ext uri="{FF2B5EF4-FFF2-40B4-BE49-F238E27FC236}">
                <a16:creationId xmlns:a16="http://schemas.microsoft.com/office/drawing/2014/main" id="{CED50096-A3AB-66E2-06AD-51D70E3EAD2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Espaço Reservado para Anotações 2">
            <a:extLst>
              <a:ext uri="{FF2B5EF4-FFF2-40B4-BE49-F238E27FC236}">
                <a16:creationId xmlns:a16="http://schemas.microsoft.com/office/drawing/2014/main" id="{8F2AC9E9-966A-6342-79BB-751B7F2BBAA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21331C33-F3F9-0F5B-41E4-ACD85CB0078C}"/>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D6F533-71D1-499A-BCA1-6C97C97410D2}" type="slidenum">
              <a:rPr lang="pt-BR" altLang="pt-BR">
                <a:latin typeface="Calibri" panose="020F0502020204030204" pitchFamily="34" charset="0"/>
              </a:rPr>
              <a:pPr eaLnBrk="1" hangingPunct="1"/>
              <a:t>12</a:t>
            </a:fld>
            <a:endParaRPr lang="pt-BR" altLang="pt-BR">
              <a:latin typeface="Calibri" panose="020F050202020403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Espaço Reservado para Imagem de Slide 1">
            <a:extLst>
              <a:ext uri="{FF2B5EF4-FFF2-40B4-BE49-F238E27FC236}">
                <a16:creationId xmlns:a16="http://schemas.microsoft.com/office/drawing/2014/main" id="{1BA299E2-B4F7-FEBE-25D5-D66638B35DE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Espaço Reservado para Anotações 2">
            <a:extLst>
              <a:ext uri="{FF2B5EF4-FFF2-40B4-BE49-F238E27FC236}">
                <a16:creationId xmlns:a16="http://schemas.microsoft.com/office/drawing/2014/main" id="{BE98F52C-1E92-2728-028A-6A90E898A72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E2591C86-884A-2D9F-F682-A75AC70166EE}"/>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0C19DD7-905E-45D1-8B7D-306143D9260E}" type="slidenum">
              <a:rPr lang="pt-BR" altLang="pt-BR">
                <a:latin typeface="Calibri" panose="020F0502020204030204" pitchFamily="34" charset="0"/>
              </a:rPr>
              <a:pPr eaLnBrk="1" hangingPunct="1"/>
              <a:t>13</a:t>
            </a:fld>
            <a:endParaRPr lang="pt-BR" altLang="pt-BR">
              <a:latin typeface="Calibri" panose="020F050202020403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Espaço Reservado para Imagem de Slide 1">
            <a:extLst>
              <a:ext uri="{FF2B5EF4-FFF2-40B4-BE49-F238E27FC236}">
                <a16:creationId xmlns:a16="http://schemas.microsoft.com/office/drawing/2014/main" id="{5B738935-2B47-0499-E409-ACD27A2D4A7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Espaço Reservado para Anotações 2">
            <a:extLst>
              <a:ext uri="{FF2B5EF4-FFF2-40B4-BE49-F238E27FC236}">
                <a16:creationId xmlns:a16="http://schemas.microsoft.com/office/drawing/2014/main" id="{E46FE077-6460-0FA5-C784-95E57370BF1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FE581C46-4EEC-23A0-D441-513EFF058421}"/>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DA7C031-3649-4BC9-87F2-EABB7072C392}" type="slidenum">
              <a:rPr lang="pt-BR" altLang="pt-BR">
                <a:solidFill>
                  <a:srgbClr val="000000"/>
                </a:solidFill>
                <a:latin typeface="Calibri" panose="020F0502020204030204" pitchFamily="34" charset="0"/>
              </a:rPr>
              <a:pPr eaLnBrk="1" hangingPunct="1"/>
              <a:t>14</a:t>
            </a:fld>
            <a:endParaRPr lang="pt-BR" altLang="pt-BR">
              <a:solidFill>
                <a:srgbClr val="000000"/>
              </a:solidFill>
              <a:latin typeface="Calibri" panose="020F050202020403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Espaço Reservado para Imagem de Slide 1">
            <a:extLst>
              <a:ext uri="{FF2B5EF4-FFF2-40B4-BE49-F238E27FC236}">
                <a16:creationId xmlns:a16="http://schemas.microsoft.com/office/drawing/2014/main" id="{4C27FC1A-BCBD-6DEA-440E-72F6C6343FB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Espaço Reservado para Anotações 2">
            <a:extLst>
              <a:ext uri="{FF2B5EF4-FFF2-40B4-BE49-F238E27FC236}">
                <a16:creationId xmlns:a16="http://schemas.microsoft.com/office/drawing/2014/main" id="{823F0FD0-E698-8C60-53CC-E67D67A16A1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C9F480B6-0010-C378-2ADC-1F73DAB5D540}"/>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E89C7EF-5CE1-4067-9D70-CE7F121FA843}" type="slidenum">
              <a:rPr lang="pt-BR" altLang="pt-BR">
                <a:latin typeface="Calibri" panose="020F0502020204030204" pitchFamily="34" charset="0"/>
              </a:rPr>
              <a:pPr eaLnBrk="1" hangingPunct="1"/>
              <a:t>15</a:t>
            </a:fld>
            <a:endParaRPr lang="pt-BR" altLang="pt-BR">
              <a:latin typeface="Calibri" panose="020F050202020403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Espaço Reservado para Imagem de Slide 1">
            <a:extLst>
              <a:ext uri="{FF2B5EF4-FFF2-40B4-BE49-F238E27FC236}">
                <a16:creationId xmlns:a16="http://schemas.microsoft.com/office/drawing/2014/main" id="{CF38BD62-B6D6-308F-C756-71ABE2EDE6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Espaço Reservado para Anotações 2">
            <a:extLst>
              <a:ext uri="{FF2B5EF4-FFF2-40B4-BE49-F238E27FC236}">
                <a16:creationId xmlns:a16="http://schemas.microsoft.com/office/drawing/2014/main" id="{9E8BBFF1-B649-8742-4435-D799FCAB15D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D3F0797F-13B0-F56B-C569-65581300BE12}"/>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BCA0BB7-68F3-4C9C-8717-004AD8C438E2}" type="slidenum">
              <a:rPr lang="pt-BR" altLang="pt-BR">
                <a:latin typeface="Calibri" panose="020F0502020204030204" pitchFamily="34" charset="0"/>
              </a:rPr>
              <a:pPr eaLnBrk="1" hangingPunct="1"/>
              <a:t>16</a:t>
            </a:fld>
            <a:endParaRPr lang="pt-BR" altLang="pt-BR">
              <a:latin typeface="Calibri" panose="020F050202020403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Espaço Reservado para Imagem de Slide 1">
            <a:extLst>
              <a:ext uri="{FF2B5EF4-FFF2-40B4-BE49-F238E27FC236}">
                <a16:creationId xmlns:a16="http://schemas.microsoft.com/office/drawing/2014/main" id="{80A109B4-F306-A0C9-8154-939812FE5F0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Espaço Reservado para Anotações 2">
            <a:extLst>
              <a:ext uri="{FF2B5EF4-FFF2-40B4-BE49-F238E27FC236}">
                <a16:creationId xmlns:a16="http://schemas.microsoft.com/office/drawing/2014/main" id="{E530FB9B-FD2D-2703-3E63-2925CAE2B33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88EB8D37-BBDE-1046-062E-B3ACF5DECC2E}"/>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8D381EF-0B2C-416E-AC57-6B6C8BFE0BF1}" type="slidenum">
              <a:rPr lang="pt-BR" altLang="pt-BR">
                <a:latin typeface="Calibri" panose="020F0502020204030204" pitchFamily="34" charset="0"/>
              </a:rPr>
              <a:pPr eaLnBrk="1" hangingPunct="1"/>
              <a:t>17</a:t>
            </a:fld>
            <a:endParaRPr lang="pt-BR" altLang="pt-BR">
              <a:latin typeface="Calibri" panose="020F050202020403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Espaço Reservado para Imagem de Slide 1">
            <a:extLst>
              <a:ext uri="{FF2B5EF4-FFF2-40B4-BE49-F238E27FC236}">
                <a16:creationId xmlns:a16="http://schemas.microsoft.com/office/drawing/2014/main" id="{2392BF6A-0C37-4250-4470-8D0344911F4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Espaço Reservado para Anotações 2">
            <a:extLst>
              <a:ext uri="{FF2B5EF4-FFF2-40B4-BE49-F238E27FC236}">
                <a16:creationId xmlns:a16="http://schemas.microsoft.com/office/drawing/2014/main" id="{C6A99A16-93C3-90E2-4142-6D0E8B064A9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5F456D34-0A65-99A4-5330-9535E764831F}"/>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774DE48-E7A5-4299-9ABB-9887617D679A}" type="slidenum">
              <a:rPr lang="pt-BR" altLang="pt-BR">
                <a:latin typeface="Calibri" panose="020F0502020204030204" pitchFamily="34" charset="0"/>
              </a:rPr>
              <a:pPr eaLnBrk="1" hangingPunct="1"/>
              <a:t>18</a:t>
            </a:fld>
            <a:endParaRPr lang="pt-BR" altLang="pt-BR">
              <a:latin typeface="Calibri" panose="020F050202020403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Espaço Reservado para Imagem de Slide 1">
            <a:extLst>
              <a:ext uri="{FF2B5EF4-FFF2-40B4-BE49-F238E27FC236}">
                <a16:creationId xmlns:a16="http://schemas.microsoft.com/office/drawing/2014/main" id="{80286372-2E47-FEF5-E9F6-CF7DE4E8E36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Espaço Reservado para Anotações 2">
            <a:extLst>
              <a:ext uri="{FF2B5EF4-FFF2-40B4-BE49-F238E27FC236}">
                <a16:creationId xmlns:a16="http://schemas.microsoft.com/office/drawing/2014/main" id="{682081F8-AA59-011A-EEAE-6D1E4E7A442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53A02F05-019F-BC69-CA77-0424B1CA55F3}"/>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D44648B-1068-4842-B309-89AD81BBB47F}" type="slidenum">
              <a:rPr lang="pt-BR" altLang="pt-BR">
                <a:latin typeface="Calibri" panose="020F0502020204030204" pitchFamily="34" charset="0"/>
              </a:rPr>
              <a:pPr eaLnBrk="1" hangingPunct="1"/>
              <a:t>19</a:t>
            </a:fld>
            <a:endParaRPr lang="pt-BR" altLang="pt-BR">
              <a:latin typeface="Calibri" panose="020F050202020403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Espaço Reservado para Imagem de Slide 1">
            <a:extLst>
              <a:ext uri="{FF2B5EF4-FFF2-40B4-BE49-F238E27FC236}">
                <a16:creationId xmlns:a16="http://schemas.microsoft.com/office/drawing/2014/main" id="{22E9FF4E-FF89-DA7F-F519-4D751541B3A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Espaço Reservado para Anotações 2">
            <a:extLst>
              <a:ext uri="{FF2B5EF4-FFF2-40B4-BE49-F238E27FC236}">
                <a16:creationId xmlns:a16="http://schemas.microsoft.com/office/drawing/2014/main" id="{485CC415-9509-62EB-BA94-D1CF111C7F1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FB37B4F9-7D77-A4C5-9129-C82164585B57}"/>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167A124-3F97-4C81-9BC5-4E6930BF84A7}" type="slidenum">
              <a:rPr lang="pt-BR" altLang="pt-BR">
                <a:latin typeface="Calibri" panose="020F0502020204030204" pitchFamily="34" charset="0"/>
              </a:rPr>
              <a:pPr eaLnBrk="1" hangingPunct="1"/>
              <a:t>20</a:t>
            </a:fld>
            <a:endParaRPr lang="pt-BR" altLang="pt-BR">
              <a:latin typeface="Calibri" panose="020F050202020403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Espaço Reservado para Imagem de Slide 1">
            <a:extLst>
              <a:ext uri="{FF2B5EF4-FFF2-40B4-BE49-F238E27FC236}">
                <a16:creationId xmlns:a16="http://schemas.microsoft.com/office/drawing/2014/main" id="{AF031DC3-A475-E077-EB08-DA8A617F0B9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Espaço Reservado para Anotações 2">
            <a:extLst>
              <a:ext uri="{FF2B5EF4-FFF2-40B4-BE49-F238E27FC236}">
                <a16:creationId xmlns:a16="http://schemas.microsoft.com/office/drawing/2014/main" id="{74C890A6-49B6-9F5B-0693-209F0BE23B8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C73C4AF1-54E4-BCDD-94A8-34300ACF84BC}"/>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C4E0774-42C1-4CC6-99A8-E087564B431C}" type="slidenum">
              <a:rPr lang="pt-BR" altLang="pt-BR">
                <a:latin typeface="Calibri" panose="020F0502020204030204" pitchFamily="34" charset="0"/>
              </a:rPr>
              <a:pPr eaLnBrk="1" hangingPunct="1"/>
              <a:t>21</a:t>
            </a:fld>
            <a:endParaRPr lang="pt-BR" altLang="pt-BR">
              <a:latin typeface="Calibri" panose="020F050202020403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Espaço Reservado para Imagem de Slide 1">
            <a:extLst>
              <a:ext uri="{FF2B5EF4-FFF2-40B4-BE49-F238E27FC236}">
                <a16:creationId xmlns:a16="http://schemas.microsoft.com/office/drawing/2014/main" id="{7639BCEE-B2E0-95BB-3976-717E735D0AA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Espaço Reservado para Anotações 2">
            <a:extLst>
              <a:ext uri="{FF2B5EF4-FFF2-40B4-BE49-F238E27FC236}">
                <a16:creationId xmlns:a16="http://schemas.microsoft.com/office/drawing/2014/main" id="{F4F42F2A-D794-4A99-CCCD-040973D8317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E4585CC2-BBA6-B1A6-966D-25D5005A97CB}"/>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80027BF-8378-4265-8D77-FBACA198AF74}" type="slidenum">
              <a:rPr lang="pt-BR" altLang="pt-BR">
                <a:solidFill>
                  <a:srgbClr val="000000"/>
                </a:solidFill>
                <a:latin typeface="Calibri" panose="020F0502020204030204" pitchFamily="34" charset="0"/>
              </a:rPr>
              <a:pPr eaLnBrk="1" hangingPunct="1"/>
              <a:t>22</a:t>
            </a:fld>
            <a:endParaRPr lang="pt-BR" altLang="pt-BR">
              <a:solidFill>
                <a:srgbClr val="000000"/>
              </a:solidFill>
              <a:latin typeface="Calibri" panose="020F050202020403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Espaço Reservado para Imagem de Slide 1">
            <a:extLst>
              <a:ext uri="{FF2B5EF4-FFF2-40B4-BE49-F238E27FC236}">
                <a16:creationId xmlns:a16="http://schemas.microsoft.com/office/drawing/2014/main" id="{1F5ABF2A-41BB-C4DB-9ED9-3F93EE9958E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Espaço Reservado para Anotações 2">
            <a:extLst>
              <a:ext uri="{FF2B5EF4-FFF2-40B4-BE49-F238E27FC236}">
                <a16:creationId xmlns:a16="http://schemas.microsoft.com/office/drawing/2014/main" id="{6798F661-BE88-63B1-9EEF-7717B3F7863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9F1AC6A4-A28E-AB3F-4D88-90F332C38EFF}"/>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9BA3A37-1F32-45A5-AA04-30FFDE810B57}" type="slidenum">
              <a:rPr lang="pt-BR" altLang="pt-BR">
                <a:solidFill>
                  <a:srgbClr val="000000"/>
                </a:solidFill>
                <a:latin typeface="Calibri" panose="020F0502020204030204" pitchFamily="34" charset="0"/>
              </a:rPr>
              <a:pPr eaLnBrk="1" hangingPunct="1"/>
              <a:t>23</a:t>
            </a:fld>
            <a:endParaRPr lang="pt-BR" altLang="pt-BR">
              <a:solidFill>
                <a:srgbClr val="000000"/>
              </a:solidFill>
              <a:latin typeface="Calibri" panose="020F050202020403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Espaço Reservado para Imagem de Slide 1">
            <a:extLst>
              <a:ext uri="{FF2B5EF4-FFF2-40B4-BE49-F238E27FC236}">
                <a16:creationId xmlns:a16="http://schemas.microsoft.com/office/drawing/2014/main" id="{CD45B373-C430-F616-5C26-687591D8906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Espaço Reservado para Anotações 2">
            <a:extLst>
              <a:ext uri="{FF2B5EF4-FFF2-40B4-BE49-F238E27FC236}">
                <a16:creationId xmlns:a16="http://schemas.microsoft.com/office/drawing/2014/main" id="{7D54FC77-8A17-7615-7CDF-C19737F3477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7B4D58C4-75F0-0ED9-6E2F-08B6103F2F82}"/>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CE844EC-0BD4-434A-9250-3D6E85289CD8}" type="slidenum">
              <a:rPr lang="pt-BR" altLang="pt-BR">
                <a:solidFill>
                  <a:srgbClr val="000000"/>
                </a:solidFill>
                <a:latin typeface="Calibri" panose="020F0502020204030204" pitchFamily="34" charset="0"/>
              </a:rPr>
              <a:pPr eaLnBrk="1" hangingPunct="1"/>
              <a:t>24</a:t>
            </a:fld>
            <a:endParaRPr lang="pt-BR" altLang="pt-BR">
              <a:solidFill>
                <a:srgbClr val="000000"/>
              </a:solidFill>
              <a:latin typeface="Calibri" panose="020F050202020403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Espaço Reservado para Imagem de Slide 1">
            <a:extLst>
              <a:ext uri="{FF2B5EF4-FFF2-40B4-BE49-F238E27FC236}">
                <a16:creationId xmlns:a16="http://schemas.microsoft.com/office/drawing/2014/main" id="{DC355D3F-1491-6EAA-45BC-732A8202B0C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Espaço Reservado para Anotações 2">
            <a:extLst>
              <a:ext uri="{FF2B5EF4-FFF2-40B4-BE49-F238E27FC236}">
                <a16:creationId xmlns:a16="http://schemas.microsoft.com/office/drawing/2014/main" id="{DEE7BC45-F7D0-2F79-DB83-43A7824A9A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B201A475-410B-C91D-3377-48872E661891}"/>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5EE8C56-811D-48F5-8110-884E96A6F488}" type="slidenum">
              <a:rPr lang="pt-BR" altLang="pt-BR">
                <a:solidFill>
                  <a:srgbClr val="000000"/>
                </a:solidFill>
                <a:latin typeface="Calibri" panose="020F0502020204030204" pitchFamily="34" charset="0"/>
              </a:rPr>
              <a:pPr eaLnBrk="1" hangingPunct="1"/>
              <a:t>25</a:t>
            </a:fld>
            <a:endParaRPr lang="pt-BR" altLang="pt-BR">
              <a:solidFill>
                <a:srgbClr val="000000"/>
              </a:solidFill>
              <a:latin typeface="Calibri" panose="020F050202020403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Espaço Reservado para Imagem de Slide 1">
            <a:extLst>
              <a:ext uri="{FF2B5EF4-FFF2-40B4-BE49-F238E27FC236}">
                <a16:creationId xmlns:a16="http://schemas.microsoft.com/office/drawing/2014/main" id="{52ECB88F-11D4-DBCB-C791-9D99954F590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Espaço Reservado para Anotações 2">
            <a:extLst>
              <a:ext uri="{FF2B5EF4-FFF2-40B4-BE49-F238E27FC236}">
                <a16:creationId xmlns:a16="http://schemas.microsoft.com/office/drawing/2014/main" id="{DCFC7C35-2661-E276-F6BB-94F7CF273FF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3136420B-419A-3DC1-04D1-3C3E91415A6B}"/>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E2385F2-1D39-4C1A-9E80-A1625274E73C}" type="slidenum">
              <a:rPr lang="pt-BR" altLang="pt-BR">
                <a:latin typeface="Calibri" panose="020F0502020204030204" pitchFamily="34" charset="0"/>
              </a:rPr>
              <a:pPr eaLnBrk="1" hangingPunct="1"/>
              <a:t>26</a:t>
            </a:fld>
            <a:endParaRPr lang="pt-BR" altLang="pt-BR">
              <a:latin typeface="Calibri" panose="020F050202020403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Espaço Reservado para Imagem de Slide 1">
            <a:extLst>
              <a:ext uri="{FF2B5EF4-FFF2-40B4-BE49-F238E27FC236}">
                <a16:creationId xmlns:a16="http://schemas.microsoft.com/office/drawing/2014/main" id="{595D5FAC-644E-2DD2-0C0B-CBEFBCFB9C1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Espaço Reservado para Anotações 2">
            <a:extLst>
              <a:ext uri="{FF2B5EF4-FFF2-40B4-BE49-F238E27FC236}">
                <a16:creationId xmlns:a16="http://schemas.microsoft.com/office/drawing/2014/main" id="{5DFBB0E3-D60F-3859-FC42-66C221695C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F9EC327D-00F3-48F5-7193-920FC8320DC5}"/>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B0E9920-DC28-4B27-B3DF-36686F8168CF}" type="slidenum">
              <a:rPr lang="pt-BR" altLang="pt-BR">
                <a:latin typeface="Calibri" panose="020F0502020204030204" pitchFamily="34" charset="0"/>
              </a:rPr>
              <a:pPr eaLnBrk="1" hangingPunct="1"/>
              <a:t>27</a:t>
            </a:fld>
            <a:endParaRPr lang="pt-BR" altLang="pt-BR">
              <a:latin typeface="Calibri" panose="020F050202020403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Espaço Reservado para Imagem de Slide 1">
            <a:extLst>
              <a:ext uri="{FF2B5EF4-FFF2-40B4-BE49-F238E27FC236}">
                <a16:creationId xmlns:a16="http://schemas.microsoft.com/office/drawing/2014/main" id="{AC316A17-C63E-9AE2-120C-B5D92E7A66F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Espaço Reservado para Anotações 2">
            <a:extLst>
              <a:ext uri="{FF2B5EF4-FFF2-40B4-BE49-F238E27FC236}">
                <a16:creationId xmlns:a16="http://schemas.microsoft.com/office/drawing/2014/main" id="{27FE0C8E-ECB5-CC42-15E4-2CA0908EFC8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28FB0587-37E0-456E-BA7D-2F5E00EAC8DC}"/>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79F68CA-1CF7-4472-9A1E-D1D4A3456435}" type="slidenum">
              <a:rPr lang="pt-BR" altLang="pt-BR">
                <a:latin typeface="Calibri" panose="020F0502020204030204" pitchFamily="34" charset="0"/>
              </a:rPr>
              <a:pPr eaLnBrk="1" hangingPunct="1"/>
              <a:t>28</a:t>
            </a:fld>
            <a:endParaRPr lang="pt-BR" altLang="pt-BR">
              <a:latin typeface="Calibri" panose="020F050202020403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Espaço Reservado para Imagem de Slide 1">
            <a:extLst>
              <a:ext uri="{FF2B5EF4-FFF2-40B4-BE49-F238E27FC236}">
                <a16:creationId xmlns:a16="http://schemas.microsoft.com/office/drawing/2014/main" id="{DD93055B-13E1-19F0-66BE-2B8DF312FB1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Espaço Reservado para Anotações 2">
            <a:extLst>
              <a:ext uri="{FF2B5EF4-FFF2-40B4-BE49-F238E27FC236}">
                <a16:creationId xmlns:a16="http://schemas.microsoft.com/office/drawing/2014/main" id="{967F137B-6A19-6CC9-DB39-CCFF60D2A47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7E7A8F37-CE5F-C279-2E24-A0910C734753}"/>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BFDF711-495E-464A-8650-2D846DE3FEE9}" type="slidenum">
              <a:rPr lang="pt-BR" altLang="pt-BR">
                <a:latin typeface="Calibri" panose="020F0502020204030204" pitchFamily="34" charset="0"/>
              </a:rPr>
              <a:pPr eaLnBrk="1" hangingPunct="1"/>
              <a:t>29</a:t>
            </a:fld>
            <a:endParaRPr lang="pt-BR" altLang="pt-BR">
              <a:latin typeface="Calibri" panose="020F050202020403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Espaço Reservado para Imagem de Slide 1">
            <a:extLst>
              <a:ext uri="{FF2B5EF4-FFF2-40B4-BE49-F238E27FC236}">
                <a16:creationId xmlns:a16="http://schemas.microsoft.com/office/drawing/2014/main" id="{19A60222-0C80-D3DD-35A2-704AE38A19E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Espaço Reservado para Anotações 2">
            <a:extLst>
              <a:ext uri="{FF2B5EF4-FFF2-40B4-BE49-F238E27FC236}">
                <a16:creationId xmlns:a16="http://schemas.microsoft.com/office/drawing/2014/main" id="{10AB46A3-F40A-3DA1-FFE6-E143D67BBE1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C1EB050A-0EFC-57BC-266E-29399F20A83E}"/>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9F24A24-3E17-4836-BC25-6D48CFEECDE6}" type="slidenum">
              <a:rPr lang="pt-BR" altLang="pt-BR">
                <a:latin typeface="Calibri" panose="020F0502020204030204" pitchFamily="34" charset="0"/>
              </a:rPr>
              <a:pPr eaLnBrk="1" hangingPunct="1"/>
              <a:t>30</a:t>
            </a:fld>
            <a:endParaRPr lang="pt-BR" altLang="pt-BR">
              <a:latin typeface="Calibri" panose="020F050202020403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Espaço Reservado para Imagem de Slide 1">
            <a:extLst>
              <a:ext uri="{FF2B5EF4-FFF2-40B4-BE49-F238E27FC236}">
                <a16:creationId xmlns:a16="http://schemas.microsoft.com/office/drawing/2014/main" id="{C393EB87-F208-779C-35C3-0778507321A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Espaço Reservado para Anotações 2">
            <a:extLst>
              <a:ext uri="{FF2B5EF4-FFF2-40B4-BE49-F238E27FC236}">
                <a16:creationId xmlns:a16="http://schemas.microsoft.com/office/drawing/2014/main" id="{81F65C11-00C5-3384-A317-32F55119B35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F38FB32C-3F08-FAF3-58A6-1C3A126E69FB}"/>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1FD235E-4EC0-418C-9A27-914E14B9DB22}" type="slidenum">
              <a:rPr lang="pt-BR" altLang="pt-BR">
                <a:latin typeface="Calibri" panose="020F0502020204030204" pitchFamily="34" charset="0"/>
              </a:rPr>
              <a:pPr eaLnBrk="1" hangingPunct="1"/>
              <a:t>31</a:t>
            </a:fld>
            <a:endParaRPr lang="pt-BR" altLang="pt-BR">
              <a:latin typeface="Calibri" panose="020F050202020403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Espaço Reservado para Imagem de Slide 1">
            <a:extLst>
              <a:ext uri="{FF2B5EF4-FFF2-40B4-BE49-F238E27FC236}">
                <a16:creationId xmlns:a16="http://schemas.microsoft.com/office/drawing/2014/main" id="{BB741D70-D7A7-3DD2-15A6-12A3BFBEEAA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Espaço Reservado para Anotações 2">
            <a:extLst>
              <a:ext uri="{FF2B5EF4-FFF2-40B4-BE49-F238E27FC236}">
                <a16:creationId xmlns:a16="http://schemas.microsoft.com/office/drawing/2014/main" id="{D96C9026-2774-C31F-4C33-8CC669F27FC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E3A1F362-844D-FDFB-3788-4F7C2B524495}"/>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7B6660E-2B3A-411F-9E3E-08FFE86F06AC}" type="slidenum">
              <a:rPr lang="pt-BR" altLang="pt-BR">
                <a:latin typeface="Calibri" panose="020F0502020204030204" pitchFamily="34" charset="0"/>
              </a:rPr>
              <a:pPr eaLnBrk="1" hangingPunct="1"/>
              <a:t>32</a:t>
            </a:fld>
            <a:endParaRPr lang="pt-BR" altLang="pt-BR">
              <a:latin typeface="Calibri" panose="020F050202020403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Espaço Reservado para Imagem de Slide 1">
            <a:extLst>
              <a:ext uri="{FF2B5EF4-FFF2-40B4-BE49-F238E27FC236}">
                <a16:creationId xmlns:a16="http://schemas.microsoft.com/office/drawing/2014/main" id="{7CFC53DE-DB32-3E29-55DC-F684BAE0951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Espaço Reservado para Anotações 2">
            <a:extLst>
              <a:ext uri="{FF2B5EF4-FFF2-40B4-BE49-F238E27FC236}">
                <a16:creationId xmlns:a16="http://schemas.microsoft.com/office/drawing/2014/main" id="{BFF0DF02-CAD4-B43A-BA0A-908B690076E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6322CFC5-5582-3656-B58F-8295C65A7C08}"/>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6381CB3-74FE-40A7-B530-861A43999728}" type="slidenum">
              <a:rPr lang="pt-BR" altLang="pt-BR">
                <a:latin typeface="Calibri" panose="020F0502020204030204" pitchFamily="34" charset="0"/>
              </a:rPr>
              <a:pPr eaLnBrk="1" hangingPunct="1"/>
              <a:t>33</a:t>
            </a:fld>
            <a:endParaRPr lang="pt-BR" altLang="pt-BR">
              <a:latin typeface="Calibri" panose="020F050202020403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Espaço Reservado para Imagem de Slide 1">
            <a:extLst>
              <a:ext uri="{FF2B5EF4-FFF2-40B4-BE49-F238E27FC236}">
                <a16:creationId xmlns:a16="http://schemas.microsoft.com/office/drawing/2014/main" id="{FF97CC3F-7ADA-2E27-DBCA-2AD630DC565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Espaço Reservado para Anotações 2">
            <a:extLst>
              <a:ext uri="{FF2B5EF4-FFF2-40B4-BE49-F238E27FC236}">
                <a16:creationId xmlns:a16="http://schemas.microsoft.com/office/drawing/2014/main" id="{0C0DA963-09D6-3C46-F514-BE4C70DC60C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0A0EA080-BBA0-2871-19DD-0AD370DEE877}"/>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73AAF65-32E7-45CE-BC9A-0350B3A14BAB}" type="slidenum">
              <a:rPr lang="pt-BR" altLang="pt-BR">
                <a:latin typeface="Calibri" panose="020F0502020204030204" pitchFamily="34" charset="0"/>
              </a:rPr>
              <a:pPr eaLnBrk="1" hangingPunct="1"/>
              <a:t>34</a:t>
            </a:fld>
            <a:endParaRPr lang="pt-BR" altLang="pt-BR">
              <a:latin typeface="Calibri" panose="020F050202020403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Espaço Reservado para Imagem de Slide 1">
            <a:extLst>
              <a:ext uri="{FF2B5EF4-FFF2-40B4-BE49-F238E27FC236}">
                <a16:creationId xmlns:a16="http://schemas.microsoft.com/office/drawing/2014/main" id="{669BEEA1-3586-80D6-8E6D-362E42E1D63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Espaço Reservado para Anotações 2">
            <a:extLst>
              <a:ext uri="{FF2B5EF4-FFF2-40B4-BE49-F238E27FC236}">
                <a16:creationId xmlns:a16="http://schemas.microsoft.com/office/drawing/2014/main" id="{FB632753-CA05-9750-417E-B87A20B600B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4" name="Espaço Reservado para Número de Slide 3">
            <a:extLst>
              <a:ext uri="{FF2B5EF4-FFF2-40B4-BE49-F238E27FC236}">
                <a16:creationId xmlns:a16="http://schemas.microsoft.com/office/drawing/2014/main" id="{9DF9E73F-D15B-B052-E186-D662AFA78C6C}"/>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5063875-B1DB-4EAD-BA6B-A61429E0C089}" type="slidenum">
              <a:rPr lang="pt-BR" altLang="pt-BR">
                <a:latin typeface="Calibri" panose="020F0502020204030204" pitchFamily="34" charset="0"/>
              </a:rPr>
              <a:pPr eaLnBrk="1" hangingPunct="1"/>
              <a:t>35</a:t>
            </a:fld>
            <a:endParaRPr lang="pt-BR" altLang="pt-BR">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a:t>Clique para editar o estilo do título mestre</a:t>
            </a: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4326E176-6549-8CAF-923F-C7079FCA7523}"/>
              </a:ext>
            </a:extLst>
          </p:cNvPr>
          <p:cNvSpPr>
            <a:spLocks noGrp="1"/>
          </p:cNvSpPr>
          <p:nvPr>
            <p:ph type="dt" sz="half" idx="10"/>
          </p:nvPr>
        </p:nvSpPr>
        <p:spPr/>
        <p:txBody>
          <a:bodyPr/>
          <a:lstStyle>
            <a:lvl1pPr>
              <a:defRPr/>
            </a:lvl1pPr>
          </a:lstStyle>
          <a:p>
            <a:pPr>
              <a:defRPr/>
            </a:pPr>
            <a:fld id="{3553B225-85C8-4466-B74C-05D8D6F73E51}" type="datetime1">
              <a:rPr lang="pt-BR"/>
              <a:pPr>
                <a:defRPr/>
              </a:pPr>
              <a:t>03/05/2026</a:t>
            </a:fld>
            <a:endParaRPr lang="pt-BR"/>
          </a:p>
        </p:txBody>
      </p:sp>
      <p:sp>
        <p:nvSpPr>
          <p:cNvPr id="5" name="Espaço Reservado para Rodapé 4">
            <a:extLst>
              <a:ext uri="{FF2B5EF4-FFF2-40B4-BE49-F238E27FC236}">
                <a16:creationId xmlns:a16="http://schemas.microsoft.com/office/drawing/2014/main" id="{00B30A1D-BA71-EA72-1E6F-1A2B4A004D38}"/>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8EBE79DF-0311-A314-DDF8-0B5BE118544D}"/>
              </a:ext>
            </a:extLst>
          </p:cNvPr>
          <p:cNvSpPr>
            <a:spLocks noGrp="1"/>
          </p:cNvSpPr>
          <p:nvPr>
            <p:ph type="sldNum" sz="quarter" idx="12"/>
          </p:nvPr>
        </p:nvSpPr>
        <p:spPr/>
        <p:txBody>
          <a:bodyPr/>
          <a:lstStyle>
            <a:lvl1pPr>
              <a:defRPr/>
            </a:lvl1pPr>
          </a:lstStyle>
          <a:p>
            <a:fld id="{C80AC88A-1F7A-420B-904C-BC5CE2A6B769}" type="slidenum">
              <a:rPr lang="pt-BR" altLang="pt-BR"/>
              <a:pPr/>
              <a:t>‹nº›</a:t>
            </a:fld>
            <a:endParaRPr lang="pt-BR" altLang="pt-BR"/>
          </a:p>
        </p:txBody>
      </p:sp>
    </p:spTree>
    <p:extLst>
      <p:ext uri="{BB962C8B-B14F-4D97-AF65-F5344CB8AC3E}">
        <p14:creationId xmlns:p14="http://schemas.microsoft.com/office/powerpoint/2010/main" val="3051105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BBDD7D0-ACD8-92B5-5604-F4413416053A}"/>
              </a:ext>
            </a:extLst>
          </p:cNvPr>
          <p:cNvSpPr>
            <a:spLocks noGrp="1"/>
          </p:cNvSpPr>
          <p:nvPr>
            <p:ph type="dt" sz="half" idx="10"/>
          </p:nvPr>
        </p:nvSpPr>
        <p:spPr/>
        <p:txBody>
          <a:bodyPr/>
          <a:lstStyle>
            <a:lvl1pPr>
              <a:defRPr/>
            </a:lvl1pPr>
          </a:lstStyle>
          <a:p>
            <a:pPr>
              <a:defRPr/>
            </a:pPr>
            <a:fld id="{FC3F4EE0-81C0-4B9B-8D7A-238818EF4678}" type="datetime1">
              <a:rPr lang="pt-BR"/>
              <a:pPr>
                <a:defRPr/>
              </a:pPr>
              <a:t>03/05/2026</a:t>
            </a:fld>
            <a:endParaRPr lang="pt-BR"/>
          </a:p>
        </p:txBody>
      </p:sp>
      <p:sp>
        <p:nvSpPr>
          <p:cNvPr id="5" name="Espaço Reservado para Rodapé 4">
            <a:extLst>
              <a:ext uri="{FF2B5EF4-FFF2-40B4-BE49-F238E27FC236}">
                <a16:creationId xmlns:a16="http://schemas.microsoft.com/office/drawing/2014/main" id="{961B7310-F879-2B48-8092-8CABC0E8864B}"/>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5A736DEA-F3D0-10A6-3F8B-DE0A41836192}"/>
              </a:ext>
            </a:extLst>
          </p:cNvPr>
          <p:cNvSpPr>
            <a:spLocks noGrp="1"/>
          </p:cNvSpPr>
          <p:nvPr>
            <p:ph type="sldNum" sz="quarter" idx="12"/>
          </p:nvPr>
        </p:nvSpPr>
        <p:spPr/>
        <p:txBody>
          <a:bodyPr/>
          <a:lstStyle>
            <a:lvl1pPr>
              <a:defRPr/>
            </a:lvl1pPr>
          </a:lstStyle>
          <a:p>
            <a:fld id="{A5C7901B-C116-47BE-8084-750E2C42AB3B}" type="slidenum">
              <a:rPr lang="pt-BR" altLang="pt-BR"/>
              <a:pPr/>
              <a:t>‹nº›</a:t>
            </a:fld>
            <a:endParaRPr lang="pt-BR" altLang="pt-BR"/>
          </a:p>
        </p:txBody>
      </p:sp>
    </p:spTree>
    <p:extLst>
      <p:ext uri="{BB962C8B-B14F-4D97-AF65-F5344CB8AC3E}">
        <p14:creationId xmlns:p14="http://schemas.microsoft.com/office/powerpoint/2010/main" val="1355002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a:t>Clique para editar o estilo do título mestre</a:t>
            </a: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do texto mestre</a:t>
            </a:r>
          </a:p>
        </p:txBody>
      </p:sp>
      <p:sp>
        <p:nvSpPr>
          <p:cNvPr id="4" name="Espaço Reservado para Data 3">
            <a:extLst>
              <a:ext uri="{FF2B5EF4-FFF2-40B4-BE49-F238E27FC236}">
                <a16:creationId xmlns:a16="http://schemas.microsoft.com/office/drawing/2014/main" id="{61D9C2D5-313D-03E6-47A3-550CF29F7959}"/>
              </a:ext>
            </a:extLst>
          </p:cNvPr>
          <p:cNvSpPr>
            <a:spLocks noGrp="1"/>
          </p:cNvSpPr>
          <p:nvPr>
            <p:ph type="dt" sz="half" idx="10"/>
          </p:nvPr>
        </p:nvSpPr>
        <p:spPr/>
        <p:txBody>
          <a:bodyPr/>
          <a:lstStyle>
            <a:lvl1pPr>
              <a:defRPr/>
            </a:lvl1pPr>
          </a:lstStyle>
          <a:p>
            <a:pPr>
              <a:defRPr/>
            </a:pPr>
            <a:fld id="{C6244EC7-6DFB-45AE-9303-48AC1B480565}" type="datetime1">
              <a:rPr lang="pt-BR"/>
              <a:pPr>
                <a:defRPr/>
              </a:pPr>
              <a:t>03/05/2026</a:t>
            </a:fld>
            <a:endParaRPr lang="pt-BR"/>
          </a:p>
        </p:txBody>
      </p:sp>
      <p:sp>
        <p:nvSpPr>
          <p:cNvPr id="5" name="Espaço Reservado para Rodapé 4">
            <a:extLst>
              <a:ext uri="{FF2B5EF4-FFF2-40B4-BE49-F238E27FC236}">
                <a16:creationId xmlns:a16="http://schemas.microsoft.com/office/drawing/2014/main" id="{38B1FF3E-69C4-8A28-A00E-0674799C304B}"/>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7F729541-284F-7CCA-7F80-CBEDA4067F21}"/>
              </a:ext>
            </a:extLst>
          </p:cNvPr>
          <p:cNvSpPr>
            <a:spLocks noGrp="1"/>
          </p:cNvSpPr>
          <p:nvPr>
            <p:ph type="sldNum" sz="quarter" idx="12"/>
          </p:nvPr>
        </p:nvSpPr>
        <p:spPr/>
        <p:txBody>
          <a:bodyPr/>
          <a:lstStyle>
            <a:lvl1pPr>
              <a:defRPr/>
            </a:lvl1pPr>
          </a:lstStyle>
          <a:p>
            <a:fld id="{0966B1BB-E87C-4467-BF4B-436D25E05DA8}" type="slidenum">
              <a:rPr lang="pt-BR" altLang="pt-BR"/>
              <a:pPr/>
              <a:t>‹nº›</a:t>
            </a:fld>
            <a:endParaRPr lang="pt-BR" altLang="pt-BR"/>
          </a:p>
        </p:txBody>
      </p:sp>
    </p:spTree>
    <p:extLst>
      <p:ext uri="{BB962C8B-B14F-4D97-AF65-F5344CB8AC3E}">
        <p14:creationId xmlns:p14="http://schemas.microsoft.com/office/powerpoint/2010/main" val="2141145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3">
            <a:extLst>
              <a:ext uri="{FF2B5EF4-FFF2-40B4-BE49-F238E27FC236}">
                <a16:creationId xmlns:a16="http://schemas.microsoft.com/office/drawing/2014/main" id="{78C01EA6-D115-2CAE-B182-471D020F15A5}"/>
              </a:ext>
            </a:extLst>
          </p:cNvPr>
          <p:cNvSpPr>
            <a:spLocks noGrp="1"/>
          </p:cNvSpPr>
          <p:nvPr>
            <p:ph type="dt" sz="half" idx="10"/>
          </p:nvPr>
        </p:nvSpPr>
        <p:spPr/>
        <p:txBody>
          <a:bodyPr/>
          <a:lstStyle>
            <a:lvl1pPr>
              <a:defRPr/>
            </a:lvl1pPr>
          </a:lstStyle>
          <a:p>
            <a:pPr>
              <a:defRPr/>
            </a:pPr>
            <a:fld id="{AD2B85D6-9ECD-4EC9-A6D9-0D50F28FAF1E}" type="datetime1">
              <a:rPr lang="pt-BR"/>
              <a:pPr>
                <a:defRPr/>
              </a:pPr>
              <a:t>03/05/2026</a:t>
            </a:fld>
            <a:endParaRPr lang="pt-BR"/>
          </a:p>
        </p:txBody>
      </p:sp>
      <p:sp>
        <p:nvSpPr>
          <p:cNvPr id="6" name="Espaço Reservado para Rodapé 4">
            <a:extLst>
              <a:ext uri="{FF2B5EF4-FFF2-40B4-BE49-F238E27FC236}">
                <a16:creationId xmlns:a16="http://schemas.microsoft.com/office/drawing/2014/main" id="{2BC94D87-8E81-213D-0BC3-2A29CA5FBDC7}"/>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3AA77BC2-D566-0FD5-1B03-3AD43FC54D9D}"/>
              </a:ext>
            </a:extLst>
          </p:cNvPr>
          <p:cNvSpPr>
            <a:spLocks noGrp="1"/>
          </p:cNvSpPr>
          <p:nvPr>
            <p:ph type="sldNum" sz="quarter" idx="12"/>
          </p:nvPr>
        </p:nvSpPr>
        <p:spPr/>
        <p:txBody>
          <a:bodyPr/>
          <a:lstStyle>
            <a:lvl1pPr>
              <a:defRPr/>
            </a:lvl1pPr>
          </a:lstStyle>
          <a:p>
            <a:fld id="{E6C63745-FC63-438F-B7C1-208D231909A1}" type="slidenum">
              <a:rPr lang="pt-BR" altLang="pt-BR"/>
              <a:pPr/>
              <a:t>‹nº›</a:t>
            </a:fld>
            <a:endParaRPr lang="pt-BR" altLang="pt-BR"/>
          </a:p>
        </p:txBody>
      </p:sp>
    </p:spTree>
    <p:extLst>
      <p:ext uri="{BB962C8B-B14F-4D97-AF65-F5344CB8AC3E}">
        <p14:creationId xmlns:p14="http://schemas.microsoft.com/office/powerpoint/2010/main" val="770828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3">
            <a:extLst>
              <a:ext uri="{FF2B5EF4-FFF2-40B4-BE49-F238E27FC236}">
                <a16:creationId xmlns:a16="http://schemas.microsoft.com/office/drawing/2014/main" id="{90BD8D52-774A-CE99-0124-58111D352CCA}"/>
              </a:ext>
            </a:extLst>
          </p:cNvPr>
          <p:cNvSpPr>
            <a:spLocks noGrp="1"/>
          </p:cNvSpPr>
          <p:nvPr>
            <p:ph type="dt" sz="half" idx="10"/>
          </p:nvPr>
        </p:nvSpPr>
        <p:spPr/>
        <p:txBody>
          <a:bodyPr/>
          <a:lstStyle>
            <a:lvl1pPr>
              <a:defRPr/>
            </a:lvl1pPr>
          </a:lstStyle>
          <a:p>
            <a:pPr>
              <a:defRPr/>
            </a:pPr>
            <a:fld id="{A49C0795-4762-4220-85A7-B39A501CB90E}" type="datetime1">
              <a:rPr lang="pt-BR"/>
              <a:pPr>
                <a:defRPr/>
              </a:pPr>
              <a:t>03/05/2026</a:t>
            </a:fld>
            <a:endParaRPr lang="pt-BR"/>
          </a:p>
        </p:txBody>
      </p:sp>
      <p:sp>
        <p:nvSpPr>
          <p:cNvPr id="8" name="Espaço Reservado para Rodapé 4">
            <a:extLst>
              <a:ext uri="{FF2B5EF4-FFF2-40B4-BE49-F238E27FC236}">
                <a16:creationId xmlns:a16="http://schemas.microsoft.com/office/drawing/2014/main" id="{94450BE2-D5CA-090B-AD5F-A1B95B46C67E}"/>
              </a:ext>
            </a:extLst>
          </p:cNvPr>
          <p:cNvSpPr>
            <a:spLocks noGrp="1"/>
          </p:cNvSpPr>
          <p:nvPr>
            <p:ph type="ftr" sz="quarter" idx="11"/>
          </p:nvPr>
        </p:nvSpPr>
        <p:spPr/>
        <p:txBody>
          <a:bodyPr/>
          <a:lstStyle>
            <a:lvl1pPr>
              <a:defRPr/>
            </a:lvl1pPr>
          </a:lstStyle>
          <a:p>
            <a:pPr>
              <a:defRPr/>
            </a:pPr>
            <a:endParaRPr lang="pt-BR"/>
          </a:p>
        </p:txBody>
      </p:sp>
      <p:sp>
        <p:nvSpPr>
          <p:cNvPr id="9" name="Espaço Reservado para Número de Slide 5">
            <a:extLst>
              <a:ext uri="{FF2B5EF4-FFF2-40B4-BE49-F238E27FC236}">
                <a16:creationId xmlns:a16="http://schemas.microsoft.com/office/drawing/2014/main" id="{877205DE-298C-2D3C-FDB9-16D457125A00}"/>
              </a:ext>
            </a:extLst>
          </p:cNvPr>
          <p:cNvSpPr>
            <a:spLocks noGrp="1"/>
          </p:cNvSpPr>
          <p:nvPr>
            <p:ph type="sldNum" sz="quarter" idx="12"/>
          </p:nvPr>
        </p:nvSpPr>
        <p:spPr/>
        <p:txBody>
          <a:bodyPr/>
          <a:lstStyle>
            <a:lvl1pPr>
              <a:defRPr/>
            </a:lvl1pPr>
          </a:lstStyle>
          <a:p>
            <a:fld id="{369F6340-52D0-401E-8279-28670D2AC936}" type="slidenum">
              <a:rPr lang="pt-BR" altLang="pt-BR"/>
              <a:pPr/>
              <a:t>‹nº›</a:t>
            </a:fld>
            <a:endParaRPr lang="pt-BR" altLang="pt-BR"/>
          </a:p>
        </p:txBody>
      </p:sp>
    </p:spTree>
    <p:extLst>
      <p:ext uri="{BB962C8B-B14F-4D97-AF65-F5344CB8AC3E}">
        <p14:creationId xmlns:p14="http://schemas.microsoft.com/office/powerpoint/2010/main" val="468088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Data 3">
            <a:extLst>
              <a:ext uri="{FF2B5EF4-FFF2-40B4-BE49-F238E27FC236}">
                <a16:creationId xmlns:a16="http://schemas.microsoft.com/office/drawing/2014/main" id="{E4F38E3F-4B01-5595-18F5-4322C82716FF}"/>
              </a:ext>
            </a:extLst>
          </p:cNvPr>
          <p:cNvSpPr>
            <a:spLocks noGrp="1"/>
          </p:cNvSpPr>
          <p:nvPr>
            <p:ph type="dt" sz="half" idx="10"/>
          </p:nvPr>
        </p:nvSpPr>
        <p:spPr/>
        <p:txBody>
          <a:bodyPr/>
          <a:lstStyle>
            <a:lvl1pPr>
              <a:defRPr/>
            </a:lvl1pPr>
          </a:lstStyle>
          <a:p>
            <a:pPr>
              <a:defRPr/>
            </a:pPr>
            <a:fld id="{E42C6E37-47E1-4679-B357-57FB7C04A738}" type="datetime1">
              <a:rPr lang="pt-BR"/>
              <a:pPr>
                <a:defRPr/>
              </a:pPr>
              <a:t>03/05/2026</a:t>
            </a:fld>
            <a:endParaRPr lang="pt-BR"/>
          </a:p>
        </p:txBody>
      </p:sp>
      <p:sp>
        <p:nvSpPr>
          <p:cNvPr id="4" name="Espaço Reservado para Rodapé 4">
            <a:extLst>
              <a:ext uri="{FF2B5EF4-FFF2-40B4-BE49-F238E27FC236}">
                <a16:creationId xmlns:a16="http://schemas.microsoft.com/office/drawing/2014/main" id="{87415DF7-14AC-F4AF-D370-C394F6B806C6}"/>
              </a:ext>
            </a:extLst>
          </p:cNvPr>
          <p:cNvSpPr>
            <a:spLocks noGrp="1"/>
          </p:cNvSpPr>
          <p:nvPr>
            <p:ph type="ftr" sz="quarter" idx="11"/>
          </p:nvPr>
        </p:nvSpPr>
        <p:spPr/>
        <p:txBody>
          <a:bodyPr/>
          <a:lstStyle>
            <a:lvl1pPr>
              <a:defRPr/>
            </a:lvl1pPr>
          </a:lstStyle>
          <a:p>
            <a:pPr>
              <a:defRPr/>
            </a:pPr>
            <a:endParaRPr lang="pt-BR"/>
          </a:p>
        </p:txBody>
      </p:sp>
      <p:sp>
        <p:nvSpPr>
          <p:cNvPr id="5" name="Espaço Reservado para Número de Slide 5">
            <a:extLst>
              <a:ext uri="{FF2B5EF4-FFF2-40B4-BE49-F238E27FC236}">
                <a16:creationId xmlns:a16="http://schemas.microsoft.com/office/drawing/2014/main" id="{658C28E6-1871-D9F9-0A3B-213E5EED74C0}"/>
              </a:ext>
            </a:extLst>
          </p:cNvPr>
          <p:cNvSpPr>
            <a:spLocks noGrp="1"/>
          </p:cNvSpPr>
          <p:nvPr>
            <p:ph type="sldNum" sz="quarter" idx="12"/>
          </p:nvPr>
        </p:nvSpPr>
        <p:spPr/>
        <p:txBody>
          <a:bodyPr/>
          <a:lstStyle>
            <a:lvl1pPr>
              <a:defRPr/>
            </a:lvl1pPr>
          </a:lstStyle>
          <a:p>
            <a:fld id="{88043C6B-96A6-4309-9E0E-5D21EA98E386}" type="slidenum">
              <a:rPr lang="pt-BR" altLang="pt-BR"/>
              <a:pPr/>
              <a:t>‹nº›</a:t>
            </a:fld>
            <a:endParaRPr lang="pt-BR" altLang="pt-BR"/>
          </a:p>
        </p:txBody>
      </p:sp>
    </p:spTree>
    <p:extLst>
      <p:ext uri="{BB962C8B-B14F-4D97-AF65-F5344CB8AC3E}">
        <p14:creationId xmlns:p14="http://schemas.microsoft.com/office/powerpoint/2010/main" val="1721907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3">
            <a:extLst>
              <a:ext uri="{FF2B5EF4-FFF2-40B4-BE49-F238E27FC236}">
                <a16:creationId xmlns:a16="http://schemas.microsoft.com/office/drawing/2014/main" id="{D348C84E-E0C7-0865-D562-8E512C1FFB58}"/>
              </a:ext>
            </a:extLst>
          </p:cNvPr>
          <p:cNvSpPr>
            <a:spLocks noGrp="1"/>
          </p:cNvSpPr>
          <p:nvPr>
            <p:ph type="dt" sz="half" idx="10"/>
          </p:nvPr>
        </p:nvSpPr>
        <p:spPr/>
        <p:txBody>
          <a:bodyPr/>
          <a:lstStyle>
            <a:lvl1pPr>
              <a:defRPr/>
            </a:lvl1pPr>
          </a:lstStyle>
          <a:p>
            <a:pPr>
              <a:defRPr/>
            </a:pPr>
            <a:fld id="{4D27ECF2-2A8A-4219-AA93-6646BABA4AAB}" type="datetime1">
              <a:rPr lang="pt-BR"/>
              <a:pPr>
                <a:defRPr/>
              </a:pPr>
              <a:t>03/05/2026</a:t>
            </a:fld>
            <a:endParaRPr lang="pt-BR"/>
          </a:p>
        </p:txBody>
      </p:sp>
      <p:sp>
        <p:nvSpPr>
          <p:cNvPr id="3" name="Espaço Reservado para Rodapé 4">
            <a:extLst>
              <a:ext uri="{FF2B5EF4-FFF2-40B4-BE49-F238E27FC236}">
                <a16:creationId xmlns:a16="http://schemas.microsoft.com/office/drawing/2014/main" id="{19765241-F5D7-47A5-C80A-A48A4618BCF9}"/>
              </a:ext>
            </a:extLst>
          </p:cNvPr>
          <p:cNvSpPr>
            <a:spLocks noGrp="1"/>
          </p:cNvSpPr>
          <p:nvPr>
            <p:ph type="ftr" sz="quarter" idx="11"/>
          </p:nvPr>
        </p:nvSpPr>
        <p:spPr/>
        <p:txBody>
          <a:bodyPr/>
          <a:lstStyle>
            <a:lvl1pPr>
              <a:defRPr/>
            </a:lvl1pPr>
          </a:lstStyle>
          <a:p>
            <a:pPr>
              <a:defRPr/>
            </a:pPr>
            <a:endParaRPr lang="pt-BR"/>
          </a:p>
        </p:txBody>
      </p:sp>
      <p:sp>
        <p:nvSpPr>
          <p:cNvPr id="4" name="Espaço Reservado para Número de Slide 5">
            <a:extLst>
              <a:ext uri="{FF2B5EF4-FFF2-40B4-BE49-F238E27FC236}">
                <a16:creationId xmlns:a16="http://schemas.microsoft.com/office/drawing/2014/main" id="{13992681-8EFD-CF99-7C08-B715F173A2BF}"/>
              </a:ext>
            </a:extLst>
          </p:cNvPr>
          <p:cNvSpPr>
            <a:spLocks noGrp="1"/>
          </p:cNvSpPr>
          <p:nvPr>
            <p:ph type="sldNum" sz="quarter" idx="12"/>
          </p:nvPr>
        </p:nvSpPr>
        <p:spPr/>
        <p:txBody>
          <a:bodyPr/>
          <a:lstStyle>
            <a:lvl1pPr>
              <a:defRPr/>
            </a:lvl1pPr>
          </a:lstStyle>
          <a:p>
            <a:fld id="{55CDA785-859B-4EF8-B4D7-CCF5041514E4}" type="slidenum">
              <a:rPr lang="pt-BR" altLang="pt-BR"/>
              <a:pPr/>
              <a:t>‹nº›</a:t>
            </a:fld>
            <a:endParaRPr lang="pt-BR" altLang="pt-BR"/>
          </a:p>
        </p:txBody>
      </p:sp>
    </p:spTree>
    <p:extLst>
      <p:ext uri="{BB962C8B-B14F-4D97-AF65-F5344CB8AC3E}">
        <p14:creationId xmlns:p14="http://schemas.microsoft.com/office/powerpoint/2010/main" val="314900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a:t>Clique para editar o estilo do título mestre</a:t>
            </a: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3">
            <a:extLst>
              <a:ext uri="{FF2B5EF4-FFF2-40B4-BE49-F238E27FC236}">
                <a16:creationId xmlns:a16="http://schemas.microsoft.com/office/drawing/2014/main" id="{B6D0E43F-F2EA-AA22-C75E-4580B1F07DEB}"/>
              </a:ext>
            </a:extLst>
          </p:cNvPr>
          <p:cNvSpPr>
            <a:spLocks noGrp="1"/>
          </p:cNvSpPr>
          <p:nvPr>
            <p:ph type="dt" sz="half" idx="10"/>
          </p:nvPr>
        </p:nvSpPr>
        <p:spPr/>
        <p:txBody>
          <a:bodyPr/>
          <a:lstStyle>
            <a:lvl1pPr>
              <a:defRPr/>
            </a:lvl1pPr>
          </a:lstStyle>
          <a:p>
            <a:pPr>
              <a:defRPr/>
            </a:pPr>
            <a:fld id="{3EE21294-40D2-4A0E-9F8E-3405BC474179}" type="datetime1">
              <a:rPr lang="pt-BR"/>
              <a:pPr>
                <a:defRPr/>
              </a:pPr>
              <a:t>03/05/2026</a:t>
            </a:fld>
            <a:endParaRPr lang="pt-BR"/>
          </a:p>
        </p:txBody>
      </p:sp>
      <p:sp>
        <p:nvSpPr>
          <p:cNvPr id="6" name="Espaço Reservado para Rodapé 4">
            <a:extLst>
              <a:ext uri="{FF2B5EF4-FFF2-40B4-BE49-F238E27FC236}">
                <a16:creationId xmlns:a16="http://schemas.microsoft.com/office/drawing/2014/main" id="{731E59BA-3BC2-F33C-A15A-BC228ADF3C16}"/>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5534B2CF-651B-7C9C-218B-744DE10C0257}"/>
              </a:ext>
            </a:extLst>
          </p:cNvPr>
          <p:cNvSpPr>
            <a:spLocks noGrp="1"/>
          </p:cNvSpPr>
          <p:nvPr>
            <p:ph type="sldNum" sz="quarter" idx="12"/>
          </p:nvPr>
        </p:nvSpPr>
        <p:spPr/>
        <p:txBody>
          <a:bodyPr/>
          <a:lstStyle>
            <a:lvl1pPr>
              <a:defRPr/>
            </a:lvl1pPr>
          </a:lstStyle>
          <a:p>
            <a:fld id="{16094D08-CE85-4207-A136-BC5FF28A6A44}" type="slidenum">
              <a:rPr lang="pt-BR" altLang="pt-BR"/>
              <a:pPr/>
              <a:t>‹nº›</a:t>
            </a:fld>
            <a:endParaRPr lang="pt-BR" altLang="pt-BR"/>
          </a:p>
        </p:txBody>
      </p:sp>
    </p:spTree>
    <p:extLst>
      <p:ext uri="{BB962C8B-B14F-4D97-AF65-F5344CB8AC3E}">
        <p14:creationId xmlns:p14="http://schemas.microsoft.com/office/powerpoint/2010/main" val="2773769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a:t>Clique para editar o estilo do título mestre</a:t>
            </a:r>
          </a:p>
        </p:txBody>
      </p:sp>
      <p:sp>
        <p:nvSpPr>
          <p:cNvPr id="3" name="Espaço Reservado para Imagem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t-BR" noProof="0"/>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3">
            <a:extLst>
              <a:ext uri="{FF2B5EF4-FFF2-40B4-BE49-F238E27FC236}">
                <a16:creationId xmlns:a16="http://schemas.microsoft.com/office/drawing/2014/main" id="{15C04340-347C-C345-536B-91308D560DB1}"/>
              </a:ext>
            </a:extLst>
          </p:cNvPr>
          <p:cNvSpPr>
            <a:spLocks noGrp="1"/>
          </p:cNvSpPr>
          <p:nvPr>
            <p:ph type="dt" sz="half" idx="10"/>
          </p:nvPr>
        </p:nvSpPr>
        <p:spPr/>
        <p:txBody>
          <a:bodyPr/>
          <a:lstStyle>
            <a:lvl1pPr>
              <a:defRPr/>
            </a:lvl1pPr>
          </a:lstStyle>
          <a:p>
            <a:pPr>
              <a:defRPr/>
            </a:pPr>
            <a:fld id="{B983FC75-B1B4-4AD9-BB76-B3C8F8810FF5}" type="datetime1">
              <a:rPr lang="pt-BR"/>
              <a:pPr>
                <a:defRPr/>
              </a:pPr>
              <a:t>03/05/2026</a:t>
            </a:fld>
            <a:endParaRPr lang="pt-BR"/>
          </a:p>
        </p:txBody>
      </p:sp>
      <p:sp>
        <p:nvSpPr>
          <p:cNvPr id="6" name="Espaço Reservado para Rodapé 4">
            <a:extLst>
              <a:ext uri="{FF2B5EF4-FFF2-40B4-BE49-F238E27FC236}">
                <a16:creationId xmlns:a16="http://schemas.microsoft.com/office/drawing/2014/main" id="{27F5CFCE-8268-682E-606B-3B95151B39F0}"/>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76506973-7489-C9BF-8986-96689C2F295D}"/>
              </a:ext>
            </a:extLst>
          </p:cNvPr>
          <p:cNvSpPr>
            <a:spLocks noGrp="1"/>
          </p:cNvSpPr>
          <p:nvPr>
            <p:ph type="sldNum" sz="quarter" idx="12"/>
          </p:nvPr>
        </p:nvSpPr>
        <p:spPr/>
        <p:txBody>
          <a:bodyPr/>
          <a:lstStyle>
            <a:lvl1pPr>
              <a:defRPr/>
            </a:lvl1pPr>
          </a:lstStyle>
          <a:p>
            <a:fld id="{5B446750-A148-4166-8A30-BFC4A3A5EE55}" type="slidenum">
              <a:rPr lang="pt-BR" altLang="pt-BR"/>
              <a:pPr/>
              <a:t>‹nº›</a:t>
            </a:fld>
            <a:endParaRPr lang="pt-BR" altLang="pt-BR"/>
          </a:p>
        </p:txBody>
      </p:sp>
    </p:spTree>
    <p:extLst>
      <p:ext uri="{BB962C8B-B14F-4D97-AF65-F5344CB8AC3E}">
        <p14:creationId xmlns:p14="http://schemas.microsoft.com/office/powerpoint/2010/main" val="4186411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2941E87-32EF-A25F-8A9D-64A622AABD77}"/>
              </a:ext>
            </a:extLst>
          </p:cNvPr>
          <p:cNvSpPr>
            <a:spLocks noGrp="1"/>
          </p:cNvSpPr>
          <p:nvPr>
            <p:ph type="dt" sz="half" idx="10"/>
          </p:nvPr>
        </p:nvSpPr>
        <p:spPr/>
        <p:txBody>
          <a:bodyPr/>
          <a:lstStyle>
            <a:lvl1pPr>
              <a:defRPr/>
            </a:lvl1pPr>
          </a:lstStyle>
          <a:p>
            <a:pPr>
              <a:defRPr/>
            </a:pPr>
            <a:fld id="{CDD8EB51-82C3-4E9D-BC0D-0500B25AAF17}" type="datetime1">
              <a:rPr lang="pt-BR"/>
              <a:pPr>
                <a:defRPr/>
              </a:pPr>
              <a:t>03/05/2026</a:t>
            </a:fld>
            <a:endParaRPr lang="pt-BR"/>
          </a:p>
        </p:txBody>
      </p:sp>
      <p:sp>
        <p:nvSpPr>
          <p:cNvPr id="5" name="Espaço Reservado para Rodapé 4">
            <a:extLst>
              <a:ext uri="{FF2B5EF4-FFF2-40B4-BE49-F238E27FC236}">
                <a16:creationId xmlns:a16="http://schemas.microsoft.com/office/drawing/2014/main" id="{D2062ABA-B032-F9D8-B69A-433252CC5351}"/>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3F3A1DD9-614E-5B52-59B7-DD28BA0E53E2}"/>
              </a:ext>
            </a:extLst>
          </p:cNvPr>
          <p:cNvSpPr>
            <a:spLocks noGrp="1"/>
          </p:cNvSpPr>
          <p:nvPr>
            <p:ph type="sldNum" sz="quarter" idx="12"/>
          </p:nvPr>
        </p:nvSpPr>
        <p:spPr/>
        <p:txBody>
          <a:bodyPr/>
          <a:lstStyle>
            <a:lvl1pPr>
              <a:defRPr/>
            </a:lvl1pPr>
          </a:lstStyle>
          <a:p>
            <a:fld id="{BF13FE03-A5CC-40A0-999F-ECFFE42C77F8}" type="slidenum">
              <a:rPr lang="pt-BR" altLang="pt-BR"/>
              <a:pPr/>
              <a:t>‹nº›</a:t>
            </a:fld>
            <a:endParaRPr lang="pt-BR" altLang="pt-BR"/>
          </a:p>
        </p:txBody>
      </p:sp>
    </p:spTree>
    <p:extLst>
      <p:ext uri="{BB962C8B-B14F-4D97-AF65-F5344CB8AC3E}">
        <p14:creationId xmlns:p14="http://schemas.microsoft.com/office/powerpoint/2010/main" val="4275514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305A4815-1462-EF19-AD9A-074B96868AF4}"/>
              </a:ext>
            </a:extLst>
          </p:cNvPr>
          <p:cNvSpPr>
            <a:spLocks noGrp="1"/>
          </p:cNvSpPr>
          <p:nvPr>
            <p:ph type="dt" sz="half" idx="10"/>
          </p:nvPr>
        </p:nvSpPr>
        <p:spPr/>
        <p:txBody>
          <a:bodyPr/>
          <a:lstStyle>
            <a:lvl1pPr>
              <a:defRPr/>
            </a:lvl1pPr>
          </a:lstStyle>
          <a:p>
            <a:pPr>
              <a:defRPr/>
            </a:pPr>
            <a:fld id="{EBD5F524-BC1E-43E2-B798-947B6742A344}" type="datetime1">
              <a:rPr lang="pt-BR"/>
              <a:pPr>
                <a:defRPr/>
              </a:pPr>
              <a:t>03/05/2026</a:t>
            </a:fld>
            <a:endParaRPr lang="pt-BR"/>
          </a:p>
        </p:txBody>
      </p:sp>
      <p:sp>
        <p:nvSpPr>
          <p:cNvPr id="5" name="Espaço Reservado para Rodapé 4">
            <a:extLst>
              <a:ext uri="{FF2B5EF4-FFF2-40B4-BE49-F238E27FC236}">
                <a16:creationId xmlns:a16="http://schemas.microsoft.com/office/drawing/2014/main" id="{61AC6AA9-3489-BBDC-0CE1-A5F6F64636E9}"/>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E3501BAB-4F21-A020-1801-0AE5165660DB}"/>
              </a:ext>
            </a:extLst>
          </p:cNvPr>
          <p:cNvSpPr>
            <a:spLocks noGrp="1"/>
          </p:cNvSpPr>
          <p:nvPr>
            <p:ph type="sldNum" sz="quarter" idx="12"/>
          </p:nvPr>
        </p:nvSpPr>
        <p:spPr/>
        <p:txBody>
          <a:bodyPr/>
          <a:lstStyle>
            <a:lvl1pPr>
              <a:defRPr/>
            </a:lvl1pPr>
          </a:lstStyle>
          <a:p>
            <a:fld id="{BB789E31-C912-4FC4-AE83-4C40EB822451}" type="slidenum">
              <a:rPr lang="pt-BR" altLang="pt-BR"/>
              <a:pPr/>
              <a:t>‹nº›</a:t>
            </a:fld>
            <a:endParaRPr lang="pt-BR" altLang="pt-BR"/>
          </a:p>
        </p:txBody>
      </p:sp>
    </p:spTree>
    <p:extLst>
      <p:ext uri="{BB962C8B-B14F-4D97-AF65-F5344CB8AC3E}">
        <p14:creationId xmlns:p14="http://schemas.microsoft.com/office/powerpoint/2010/main" val="17917800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a:t>Clique para editar o estilo do título mestre</a:t>
            </a: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6D644131-FC01-3EB1-F306-977B760DF16B}"/>
              </a:ext>
            </a:extLst>
          </p:cNvPr>
          <p:cNvSpPr>
            <a:spLocks noGrp="1"/>
          </p:cNvSpPr>
          <p:nvPr>
            <p:ph type="dt" sz="half" idx="10"/>
          </p:nvPr>
        </p:nvSpPr>
        <p:spPr/>
        <p:txBody>
          <a:bodyPr/>
          <a:lstStyle>
            <a:lvl1pPr>
              <a:defRPr/>
            </a:lvl1pPr>
          </a:lstStyle>
          <a:p>
            <a:pPr>
              <a:defRPr/>
            </a:pPr>
            <a:fld id="{E3583F98-8487-4E58-B4D2-CCFF8B4E589C}" type="datetime1">
              <a:rPr lang="pt-BR"/>
              <a:pPr>
                <a:defRPr/>
              </a:pPr>
              <a:t>03/05/2026</a:t>
            </a:fld>
            <a:endParaRPr lang="pt-BR"/>
          </a:p>
        </p:txBody>
      </p:sp>
      <p:sp>
        <p:nvSpPr>
          <p:cNvPr id="5" name="Espaço Reservado para Rodapé 4">
            <a:extLst>
              <a:ext uri="{FF2B5EF4-FFF2-40B4-BE49-F238E27FC236}">
                <a16:creationId xmlns:a16="http://schemas.microsoft.com/office/drawing/2014/main" id="{F99F9D74-271B-896F-768B-F30F0B897B4C}"/>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BA7ACD5D-19C6-8783-64B8-064C9B89454C}"/>
              </a:ext>
            </a:extLst>
          </p:cNvPr>
          <p:cNvSpPr>
            <a:spLocks noGrp="1"/>
          </p:cNvSpPr>
          <p:nvPr>
            <p:ph type="sldNum" sz="quarter" idx="12"/>
          </p:nvPr>
        </p:nvSpPr>
        <p:spPr/>
        <p:txBody>
          <a:bodyPr/>
          <a:lstStyle>
            <a:lvl1pPr>
              <a:defRPr/>
            </a:lvl1pPr>
          </a:lstStyle>
          <a:p>
            <a:fld id="{9162193F-8611-4148-BE43-1230F6D17B6B}" type="slidenum">
              <a:rPr lang="pt-BR" altLang="pt-BR"/>
              <a:pPr/>
              <a:t>‹nº›</a:t>
            </a:fld>
            <a:endParaRPr lang="pt-BR" altLang="pt-BR"/>
          </a:p>
        </p:txBody>
      </p:sp>
    </p:spTree>
    <p:extLst>
      <p:ext uri="{BB962C8B-B14F-4D97-AF65-F5344CB8AC3E}">
        <p14:creationId xmlns:p14="http://schemas.microsoft.com/office/powerpoint/2010/main" val="6059939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1B2F864B-7C43-2DCF-F427-434F4E6598F3}"/>
              </a:ext>
            </a:extLst>
          </p:cNvPr>
          <p:cNvSpPr>
            <a:spLocks noGrp="1"/>
          </p:cNvSpPr>
          <p:nvPr>
            <p:ph type="dt" sz="half" idx="10"/>
          </p:nvPr>
        </p:nvSpPr>
        <p:spPr/>
        <p:txBody>
          <a:bodyPr/>
          <a:lstStyle>
            <a:lvl1pPr>
              <a:defRPr/>
            </a:lvl1pPr>
          </a:lstStyle>
          <a:p>
            <a:pPr>
              <a:defRPr/>
            </a:pPr>
            <a:fld id="{CA558C62-B5D1-474A-955D-D08AE53B1492}" type="datetime1">
              <a:rPr lang="pt-BR"/>
              <a:pPr>
                <a:defRPr/>
              </a:pPr>
              <a:t>03/05/2026</a:t>
            </a:fld>
            <a:endParaRPr lang="pt-BR"/>
          </a:p>
        </p:txBody>
      </p:sp>
      <p:sp>
        <p:nvSpPr>
          <p:cNvPr id="5" name="Espaço Reservado para Rodapé 4">
            <a:extLst>
              <a:ext uri="{FF2B5EF4-FFF2-40B4-BE49-F238E27FC236}">
                <a16:creationId xmlns:a16="http://schemas.microsoft.com/office/drawing/2014/main" id="{BA646938-FAD1-E94E-9212-B810D8054429}"/>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E96A918E-B581-DD9E-5075-C3AB799B5537}"/>
              </a:ext>
            </a:extLst>
          </p:cNvPr>
          <p:cNvSpPr>
            <a:spLocks noGrp="1"/>
          </p:cNvSpPr>
          <p:nvPr>
            <p:ph type="sldNum" sz="quarter" idx="12"/>
          </p:nvPr>
        </p:nvSpPr>
        <p:spPr/>
        <p:txBody>
          <a:bodyPr/>
          <a:lstStyle>
            <a:lvl1pPr>
              <a:defRPr/>
            </a:lvl1pPr>
          </a:lstStyle>
          <a:p>
            <a:fld id="{C25E881F-23A9-4AEA-ACF9-7E2A7E6BE40F}" type="slidenum">
              <a:rPr lang="pt-BR" altLang="pt-BR"/>
              <a:pPr/>
              <a:t>‹nº›</a:t>
            </a:fld>
            <a:endParaRPr lang="pt-BR" altLang="pt-BR"/>
          </a:p>
        </p:txBody>
      </p:sp>
    </p:spTree>
    <p:extLst>
      <p:ext uri="{BB962C8B-B14F-4D97-AF65-F5344CB8AC3E}">
        <p14:creationId xmlns:p14="http://schemas.microsoft.com/office/powerpoint/2010/main" val="41095869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a:t>Clique para editar o estilo do título mestre</a:t>
            </a: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do texto mestre</a:t>
            </a:r>
          </a:p>
        </p:txBody>
      </p:sp>
      <p:sp>
        <p:nvSpPr>
          <p:cNvPr id="4" name="Espaço Reservado para Data 3">
            <a:extLst>
              <a:ext uri="{FF2B5EF4-FFF2-40B4-BE49-F238E27FC236}">
                <a16:creationId xmlns:a16="http://schemas.microsoft.com/office/drawing/2014/main" id="{25C37BDB-D6FC-8E08-5DD8-AB65B02B7555}"/>
              </a:ext>
            </a:extLst>
          </p:cNvPr>
          <p:cNvSpPr>
            <a:spLocks noGrp="1"/>
          </p:cNvSpPr>
          <p:nvPr>
            <p:ph type="dt" sz="half" idx="10"/>
          </p:nvPr>
        </p:nvSpPr>
        <p:spPr/>
        <p:txBody>
          <a:bodyPr/>
          <a:lstStyle>
            <a:lvl1pPr>
              <a:defRPr/>
            </a:lvl1pPr>
          </a:lstStyle>
          <a:p>
            <a:pPr>
              <a:defRPr/>
            </a:pPr>
            <a:fld id="{BC9CCCDC-CAE8-45B8-A52C-7591A1FB2EAB}" type="datetime1">
              <a:rPr lang="pt-BR"/>
              <a:pPr>
                <a:defRPr/>
              </a:pPr>
              <a:t>03/05/2026</a:t>
            </a:fld>
            <a:endParaRPr lang="pt-BR"/>
          </a:p>
        </p:txBody>
      </p:sp>
      <p:sp>
        <p:nvSpPr>
          <p:cNvPr id="5" name="Espaço Reservado para Rodapé 4">
            <a:extLst>
              <a:ext uri="{FF2B5EF4-FFF2-40B4-BE49-F238E27FC236}">
                <a16:creationId xmlns:a16="http://schemas.microsoft.com/office/drawing/2014/main" id="{B30AAA43-000B-2EB6-5A3D-AF7CE95180F7}"/>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8FE09739-0AC8-94BF-CC3D-B46C5A14A492}"/>
              </a:ext>
            </a:extLst>
          </p:cNvPr>
          <p:cNvSpPr>
            <a:spLocks noGrp="1"/>
          </p:cNvSpPr>
          <p:nvPr>
            <p:ph type="sldNum" sz="quarter" idx="12"/>
          </p:nvPr>
        </p:nvSpPr>
        <p:spPr/>
        <p:txBody>
          <a:bodyPr/>
          <a:lstStyle>
            <a:lvl1pPr>
              <a:defRPr/>
            </a:lvl1pPr>
          </a:lstStyle>
          <a:p>
            <a:fld id="{6F7EEA9B-5E3A-4B17-8819-2F6FADC9A26F}" type="slidenum">
              <a:rPr lang="pt-BR" altLang="pt-BR"/>
              <a:pPr/>
              <a:t>‹nº›</a:t>
            </a:fld>
            <a:endParaRPr lang="pt-BR" altLang="pt-BR"/>
          </a:p>
        </p:txBody>
      </p:sp>
    </p:spTree>
    <p:extLst>
      <p:ext uri="{BB962C8B-B14F-4D97-AF65-F5344CB8AC3E}">
        <p14:creationId xmlns:p14="http://schemas.microsoft.com/office/powerpoint/2010/main" val="9192457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3">
            <a:extLst>
              <a:ext uri="{FF2B5EF4-FFF2-40B4-BE49-F238E27FC236}">
                <a16:creationId xmlns:a16="http://schemas.microsoft.com/office/drawing/2014/main" id="{89B94C1F-CE17-509C-CE3F-F58B47C1F1D3}"/>
              </a:ext>
            </a:extLst>
          </p:cNvPr>
          <p:cNvSpPr>
            <a:spLocks noGrp="1"/>
          </p:cNvSpPr>
          <p:nvPr>
            <p:ph type="dt" sz="half" idx="10"/>
          </p:nvPr>
        </p:nvSpPr>
        <p:spPr/>
        <p:txBody>
          <a:bodyPr/>
          <a:lstStyle>
            <a:lvl1pPr>
              <a:defRPr/>
            </a:lvl1pPr>
          </a:lstStyle>
          <a:p>
            <a:pPr>
              <a:defRPr/>
            </a:pPr>
            <a:fld id="{5C82913E-19E0-4958-A005-7965F5C9F02C}" type="datetime1">
              <a:rPr lang="pt-BR"/>
              <a:pPr>
                <a:defRPr/>
              </a:pPr>
              <a:t>03/05/2026</a:t>
            </a:fld>
            <a:endParaRPr lang="pt-BR"/>
          </a:p>
        </p:txBody>
      </p:sp>
      <p:sp>
        <p:nvSpPr>
          <p:cNvPr id="6" name="Espaço Reservado para Rodapé 4">
            <a:extLst>
              <a:ext uri="{FF2B5EF4-FFF2-40B4-BE49-F238E27FC236}">
                <a16:creationId xmlns:a16="http://schemas.microsoft.com/office/drawing/2014/main" id="{65603A77-0118-ABCC-2FDC-9BF175427138}"/>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3ECF2F39-FBE6-E03B-B4DE-F52A479D312A}"/>
              </a:ext>
            </a:extLst>
          </p:cNvPr>
          <p:cNvSpPr>
            <a:spLocks noGrp="1"/>
          </p:cNvSpPr>
          <p:nvPr>
            <p:ph type="sldNum" sz="quarter" idx="12"/>
          </p:nvPr>
        </p:nvSpPr>
        <p:spPr/>
        <p:txBody>
          <a:bodyPr/>
          <a:lstStyle>
            <a:lvl1pPr>
              <a:defRPr/>
            </a:lvl1pPr>
          </a:lstStyle>
          <a:p>
            <a:fld id="{4429BE13-5739-4B8E-8E98-B2C2E7808BD5}" type="slidenum">
              <a:rPr lang="pt-BR" altLang="pt-BR"/>
              <a:pPr/>
              <a:t>‹nº›</a:t>
            </a:fld>
            <a:endParaRPr lang="pt-BR" altLang="pt-BR"/>
          </a:p>
        </p:txBody>
      </p:sp>
    </p:spTree>
    <p:extLst>
      <p:ext uri="{BB962C8B-B14F-4D97-AF65-F5344CB8AC3E}">
        <p14:creationId xmlns:p14="http://schemas.microsoft.com/office/powerpoint/2010/main" val="9149263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3">
            <a:extLst>
              <a:ext uri="{FF2B5EF4-FFF2-40B4-BE49-F238E27FC236}">
                <a16:creationId xmlns:a16="http://schemas.microsoft.com/office/drawing/2014/main" id="{EDDEA337-3E14-F9B4-786A-0C4D5512111A}"/>
              </a:ext>
            </a:extLst>
          </p:cNvPr>
          <p:cNvSpPr>
            <a:spLocks noGrp="1"/>
          </p:cNvSpPr>
          <p:nvPr>
            <p:ph type="dt" sz="half" idx="10"/>
          </p:nvPr>
        </p:nvSpPr>
        <p:spPr/>
        <p:txBody>
          <a:bodyPr/>
          <a:lstStyle>
            <a:lvl1pPr>
              <a:defRPr/>
            </a:lvl1pPr>
          </a:lstStyle>
          <a:p>
            <a:pPr>
              <a:defRPr/>
            </a:pPr>
            <a:fld id="{227BA9B8-D20B-4CC9-A2DA-12F34B78D9FB}" type="datetime1">
              <a:rPr lang="pt-BR"/>
              <a:pPr>
                <a:defRPr/>
              </a:pPr>
              <a:t>03/05/2026</a:t>
            </a:fld>
            <a:endParaRPr lang="pt-BR"/>
          </a:p>
        </p:txBody>
      </p:sp>
      <p:sp>
        <p:nvSpPr>
          <p:cNvPr id="8" name="Espaço Reservado para Rodapé 4">
            <a:extLst>
              <a:ext uri="{FF2B5EF4-FFF2-40B4-BE49-F238E27FC236}">
                <a16:creationId xmlns:a16="http://schemas.microsoft.com/office/drawing/2014/main" id="{A358A646-DA17-A1E5-D1CB-6E8DF91857DE}"/>
              </a:ext>
            </a:extLst>
          </p:cNvPr>
          <p:cNvSpPr>
            <a:spLocks noGrp="1"/>
          </p:cNvSpPr>
          <p:nvPr>
            <p:ph type="ftr" sz="quarter" idx="11"/>
          </p:nvPr>
        </p:nvSpPr>
        <p:spPr/>
        <p:txBody>
          <a:bodyPr/>
          <a:lstStyle>
            <a:lvl1pPr>
              <a:defRPr/>
            </a:lvl1pPr>
          </a:lstStyle>
          <a:p>
            <a:pPr>
              <a:defRPr/>
            </a:pPr>
            <a:endParaRPr lang="pt-BR"/>
          </a:p>
        </p:txBody>
      </p:sp>
      <p:sp>
        <p:nvSpPr>
          <p:cNvPr id="9" name="Espaço Reservado para Número de Slide 5">
            <a:extLst>
              <a:ext uri="{FF2B5EF4-FFF2-40B4-BE49-F238E27FC236}">
                <a16:creationId xmlns:a16="http://schemas.microsoft.com/office/drawing/2014/main" id="{F6548960-CFEB-F245-0ECC-4681D899BA7A}"/>
              </a:ext>
            </a:extLst>
          </p:cNvPr>
          <p:cNvSpPr>
            <a:spLocks noGrp="1"/>
          </p:cNvSpPr>
          <p:nvPr>
            <p:ph type="sldNum" sz="quarter" idx="12"/>
          </p:nvPr>
        </p:nvSpPr>
        <p:spPr/>
        <p:txBody>
          <a:bodyPr/>
          <a:lstStyle>
            <a:lvl1pPr>
              <a:defRPr/>
            </a:lvl1pPr>
          </a:lstStyle>
          <a:p>
            <a:fld id="{570776AF-0637-49E4-9BFC-49209C7A0D75}" type="slidenum">
              <a:rPr lang="pt-BR" altLang="pt-BR"/>
              <a:pPr/>
              <a:t>‹nº›</a:t>
            </a:fld>
            <a:endParaRPr lang="pt-BR" altLang="pt-BR"/>
          </a:p>
        </p:txBody>
      </p:sp>
    </p:spTree>
    <p:extLst>
      <p:ext uri="{BB962C8B-B14F-4D97-AF65-F5344CB8AC3E}">
        <p14:creationId xmlns:p14="http://schemas.microsoft.com/office/powerpoint/2010/main" val="17933364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Data 3">
            <a:extLst>
              <a:ext uri="{FF2B5EF4-FFF2-40B4-BE49-F238E27FC236}">
                <a16:creationId xmlns:a16="http://schemas.microsoft.com/office/drawing/2014/main" id="{E79D06DD-8553-F49E-02DA-6B5797FC83AF}"/>
              </a:ext>
            </a:extLst>
          </p:cNvPr>
          <p:cNvSpPr>
            <a:spLocks noGrp="1"/>
          </p:cNvSpPr>
          <p:nvPr>
            <p:ph type="dt" sz="half" idx="10"/>
          </p:nvPr>
        </p:nvSpPr>
        <p:spPr/>
        <p:txBody>
          <a:bodyPr/>
          <a:lstStyle>
            <a:lvl1pPr>
              <a:defRPr/>
            </a:lvl1pPr>
          </a:lstStyle>
          <a:p>
            <a:pPr>
              <a:defRPr/>
            </a:pPr>
            <a:fld id="{F6244B35-8FD4-46F5-B868-BCD6296B8658}" type="datetime1">
              <a:rPr lang="pt-BR"/>
              <a:pPr>
                <a:defRPr/>
              </a:pPr>
              <a:t>03/05/2026</a:t>
            </a:fld>
            <a:endParaRPr lang="pt-BR"/>
          </a:p>
        </p:txBody>
      </p:sp>
      <p:sp>
        <p:nvSpPr>
          <p:cNvPr id="4" name="Espaço Reservado para Rodapé 4">
            <a:extLst>
              <a:ext uri="{FF2B5EF4-FFF2-40B4-BE49-F238E27FC236}">
                <a16:creationId xmlns:a16="http://schemas.microsoft.com/office/drawing/2014/main" id="{F6238B53-0CB5-B3FC-EAC4-C0BF618DD913}"/>
              </a:ext>
            </a:extLst>
          </p:cNvPr>
          <p:cNvSpPr>
            <a:spLocks noGrp="1"/>
          </p:cNvSpPr>
          <p:nvPr>
            <p:ph type="ftr" sz="quarter" idx="11"/>
          </p:nvPr>
        </p:nvSpPr>
        <p:spPr/>
        <p:txBody>
          <a:bodyPr/>
          <a:lstStyle>
            <a:lvl1pPr>
              <a:defRPr/>
            </a:lvl1pPr>
          </a:lstStyle>
          <a:p>
            <a:pPr>
              <a:defRPr/>
            </a:pPr>
            <a:endParaRPr lang="pt-BR"/>
          </a:p>
        </p:txBody>
      </p:sp>
      <p:sp>
        <p:nvSpPr>
          <p:cNvPr id="5" name="Espaço Reservado para Número de Slide 5">
            <a:extLst>
              <a:ext uri="{FF2B5EF4-FFF2-40B4-BE49-F238E27FC236}">
                <a16:creationId xmlns:a16="http://schemas.microsoft.com/office/drawing/2014/main" id="{3958A27B-F4C2-7197-5967-7BA04A1D0E32}"/>
              </a:ext>
            </a:extLst>
          </p:cNvPr>
          <p:cNvSpPr>
            <a:spLocks noGrp="1"/>
          </p:cNvSpPr>
          <p:nvPr>
            <p:ph type="sldNum" sz="quarter" idx="12"/>
          </p:nvPr>
        </p:nvSpPr>
        <p:spPr/>
        <p:txBody>
          <a:bodyPr/>
          <a:lstStyle>
            <a:lvl1pPr>
              <a:defRPr/>
            </a:lvl1pPr>
          </a:lstStyle>
          <a:p>
            <a:fld id="{FDBF77AC-C882-4CB5-81A7-D90554CE0487}" type="slidenum">
              <a:rPr lang="pt-BR" altLang="pt-BR"/>
              <a:pPr/>
              <a:t>‹nº›</a:t>
            </a:fld>
            <a:endParaRPr lang="pt-BR" altLang="pt-BR"/>
          </a:p>
        </p:txBody>
      </p:sp>
    </p:spTree>
    <p:extLst>
      <p:ext uri="{BB962C8B-B14F-4D97-AF65-F5344CB8AC3E}">
        <p14:creationId xmlns:p14="http://schemas.microsoft.com/office/powerpoint/2010/main" val="22865613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3">
            <a:extLst>
              <a:ext uri="{FF2B5EF4-FFF2-40B4-BE49-F238E27FC236}">
                <a16:creationId xmlns:a16="http://schemas.microsoft.com/office/drawing/2014/main" id="{DE161702-E376-CBE3-1D9F-0C1AA3C1D561}"/>
              </a:ext>
            </a:extLst>
          </p:cNvPr>
          <p:cNvSpPr>
            <a:spLocks noGrp="1"/>
          </p:cNvSpPr>
          <p:nvPr>
            <p:ph type="dt" sz="half" idx="10"/>
          </p:nvPr>
        </p:nvSpPr>
        <p:spPr/>
        <p:txBody>
          <a:bodyPr/>
          <a:lstStyle>
            <a:lvl1pPr>
              <a:defRPr/>
            </a:lvl1pPr>
          </a:lstStyle>
          <a:p>
            <a:pPr>
              <a:defRPr/>
            </a:pPr>
            <a:fld id="{78B50B60-ABCB-4A7C-BE84-A3F267080296}" type="datetime1">
              <a:rPr lang="pt-BR"/>
              <a:pPr>
                <a:defRPr/>
              </a:pPr>
              <a:t>03/05/2026</a:t>
            </a:fld>
            <a:endParaRPr lang="pt-BR"/>
          </a:p>
        </p:txBody>
      </p:sp>
      <p:sp>
        <p:nvSpPr>
          <p:cNvPr id="3" name="Espaço Reservado para Rodapé 4">
            <a:extLst>
              <a:ext uri="{FF2B5EF4-FFF2-40B4-BE49-F238E27FC236}">
                <a16:creationId xmlns:a16="http://schemas.microsoft.com/office/drawing/2014/main" id="{40FDC98B-9CC8-ADBF-3D35-3C644B546570}"/>
              </a:ext>
            </a:extLst>
          </p:cNvPr>
          <p:cNvSpPr>
            <a:spLocks noGrp="1"/>
          </p:cNvSpPr>
          <p:nvPr>
            <p:ph type="ftr" sz="quarter" idx="11"/>
          </p:nvPr>
        </p:nvSpPr>
        <p:spPr/>
        <p:txBody>
          <a:bodyPr/>
          <a:lstStyle>
            <a:lvl1pPr>
              <a:defRPr/>
            </a:lvl1pPr>
          </a:lstStyle>
          <a:p>
            <a:pPr>
              <a:defRPr/>
            </a:pPr>
            <a:endParaRPr lang="pt-BR"/>
          </a:p>
        </p:txBody>
      </p:sp>
      <p:sp>
        <p:nvSpPr>
          <p:cNvPr id="4" name="Espaço Reservado para Número de Slide 5">
            <a:extLst>
              <a:ext uri="{FF2B5EF4-FFF2-40B4-BE49-F238E27FC236}">
                <a16:creationId xmlns:a16="http://schemas.microsoft.com/office/drawing/2014/main" id="{7B37CE3B-A414-A91B-43B7-40AED65316A5}"/>
              </a:ext>
            </a:extLst>
          </p:cNvPr>
          <p:cNvSpPr>
            <a:spLocks noGrp="1"/>
          </p:cNvSpPr>
          <p:nvPr>
            <p:ph type="sldNum" sz="quarter" idx="12"/>
          </p:nvPr>
        </p:nvSpPr>
        <p:spPr/>
        <p:txBody>
          <a:bodyPr/>
          <a:lstStyle>
            <a:lvl1pPr>
              <a:defRPr/>
            </a:lvl1pPr>
          </a:lstStyle>
          <a:p>
            <a:fld id="{47F6586E-FC2F-4A88-84A8-004285344DC7}" type="slidenum">
              <a:rPr lang="pt-BR" altLang="pt-BR"/>
              <a:pPr/>
              <a:t>‹nº›</a:t>
            </a:fld>
            <a:endParaRPr lang="pt-BR" altLang="pt-BR"/>
          </a:p>
        </p:txBody>
      </p:sp>
    </p:spTree>
    <p:extLst>
      <p:ext uri="{BB962C8B-B14F-4D97-AF65-F5344CB8AC3E}">
        <p14:creationId xmlns:p14="http://schemas.microsoft.com/office/powerpoint/2010/main" val="23458666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a:t>Clique para editar o estilo do título mestre</a:t>
            </a: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3">
            <a:extLst>
              <a:ext uri="{FF2B5EF4-FFF2-40B4-BE49-F238E27FC236}">
                <a16:creationId xmlns:a16="http://schemas.microsoft.com/office/drawing/2014/main" id="{C262CF15-B998-F797-9D9D-952C5F2480C1}"/>
              </a:ext>
            </a:extLst>
          </p:cNvPr>
          <p:cNvSpPr>
            <a:spLocks noGrp="1"/>
          </p:cNvSpPr>
          <p:nvPr>
            <p:ph type="dt" sz="half" idx="10"/>
          </p:nvPr>
        </p:nvSpPr>
        <p:spPr/>
        <p:txBody>
          <a:bodyPr/>
          <a:lstStyle>
            <a:lvl1pPr>
              <a:defRPr/>
            </a:lvl1pPr>
          </a:lstStyle>
          <a:p>
            <a:pPr>
              <a:defRPr/>
            </a:pPr>
            <a:fld id="{32466EFF-B93E-458C-9220-D6DD427C739D}" type="datetime1">
              <a:rPr lang="pt-BR"/>
              <a:pPr>
                <a:defRPr/>
              </a:pPr>
              <a:t>03/05/2026</a:t>
            </a:fld>
            <a:endParaRPr lang="pt-BR"/>
          </a:p>
        </p:txBody>
      </p:sp>
      <p:sp>
        <p:nvSpPr>
          <p:cNvPr id="6" name="Espaço Reservado para Rodapé 4">
            <a:extLst>
              <a:ext uri="{FF2B5EF4-FFF2-40B4-BE49-F238E27FC236}">
                <a16:creationId xmlns:a16="http://schemas.microsoft.com/office/drawing/2014/main" id="{EFA43DF1-BB05-070F-DD90-C92056F0D0A9}"/>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7B035185-80D1-1389-F783-41B7106A5BBA}"/>
              </a:ext>
            </a:extLst>
          </p:cNvPr>
          <p:cNvSpPr>
            <a:spLocks noGrp="1"/>
          </p:cNvSpPr>
          <p:nvPr>
            <p:ph type="sldNum" sz="quarter" idx="12"/>
          </p:nvPr>
        </p:nvSpPr>
        <p:spPr/>
        <p:txBody>
          <a:bodyPr/>
          <a:lstStyle>
            <a:lvl1pPr>
              <a:defRPr/>
            </a:lvl1pPr>
          </a:lstStyle>
          <a:p>
            <a:fld id="{0B46DFB7-4468-4FF2-B064-123774CF3562}" type="slidenum">
              <a:rPr lang="pt-BR" altLang="pt-BR"/>
              <a:pPr/>
              <a:t>‹nº›</a:t>
            </a:fld>
            <a:endParaRPr lang="pt-BR" altLang="pt-BR"/>
          </a:p>
        </p:txBody>
      </p:sp>
    </p:spTree>
    <p:extLst>
      <p:ext uri="{BB962C8B-B14F-4D97-AF65-F5344CB8AC3E}">
        <p14:creationId xmlns:p14="http://schemas.microsoft.com/office/powerpoint/2010/main" val="28308755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a:t>Clique para editar o estilo do título mestre</a:t>
            </a:r>
          </a:p>
        </p:txBody>
      </p:sp>
      <p:sp>
        <p:nvSpPr>
          <p:cNvPr id="3" name="Espaço Reservado para Imagem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t-BR" noProof="0"/>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3">
            <a:extLst>
              <a:ext uri="{FF2B5EF4-FFF2-40B4-BE49-F238E27FC236}">
                <a16:creationId xmlns:a16="http://schemas.microsoft.com/office/drawing/2014/main" id="{6CF42973-2C19-5133-2CA6-712973A37381}"/>
              </a:ext>
            </a:extLst>
          </p:cNvPr>
          <p:cNvSpPr>
            <a:spLocks noGrp="1"/>
          </p:cNvSpPr>
          <p:nvPr>
            <p:ph type="dt" sz="half" idx="10"/>
          </p:nvPr>
        </p:nvSpPr>
        <p:spPr/>
        <p:txBody>
          <a:bodyPr/>
          <a:lstStyle>
            <a:lvl1pPr>
              <a:defRPr/>
            </a:lvl1pPr>
          </a:lstStyle>
          <a:p>
            <a:pPr>
              <a:defRPr/>
            </a:pPr>
            <a:fld id="{01ACA484-3854-4D49-A3C3-A76695C978B2}" type="datetime1">
              <a:rPr lang="pt-BR"/>
              <a:pPr>
                <a:defRPr/>
              </a:pPr>
              <a:t>03/05/2026</a:t>
            </a:fld>
            <a:endParaRPr lang="pt-BR"/>
          </a:p>
        </p:txBody>
      </p:sp>
      <p:sp>
        <p:nvSpPr>
          <p:cNvPr id="6" name="Espaço Reservado para Rodapé 4">
            <a:extLst>
              <a:ext uri="{FF2B5EF4-FFF2-40B4-BE49-F238E27FC236}">
                <a16:creationId xmlns:a16="http://schemas.microsoft.com/office/drawing/2014/main" id="{682B294A-F5DA-2AE7-7D65-D11965BAB85D}"/>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35F89CC2-5527-8663-CE20-B36BF726FF16}"/>
              </a:ext>
            </a:extLst>
          </p:cNvPr>
          <p:cNvSpPr>
            <a:spLocks noGrp="1"/>
          </p:cNvSpPr>
          <p:nvPr>
            <p:ph type="sldNum" sz="quarter" idx="12"/>
          </p:nvPr>
        </p:nvSpPr>
        <p:spPr/>
        <p:txBody>
          <a:bodyPr/>
          <a:lstStyle>
            <a:lvl1pPr>
              <a:defRPr/>
            </a:lvl1pPr>
          </a:lstStyle>
          <a:p>
            <a:fld id="{CAC9873D-2E26-4FBB-ABE5-27FC2920907F}" type="slidenum">
              <a:rPr lang="pt-BR" altLang="pt-BR"/>
              <a:pPr/>
              <a:t>‹nº›</a:t>
            </a:fld>
            <a:endParaRPr lang="pt-BR" altLang="pt-BR"/>
          </a:p>
        </p:txBody>
      </p:sp>
    </p:spTree>
    <p:extLst>
      <p:ext uri="{BB962C8B-B14F-4D97-AF65-F5344CB8AC3E}">
        <p14:creationId xmlns:p14="http://schemas.microsoft.com/office/powerpoint/2010/main" val="35838307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1933FA29-1062-41DC-CABF-B65E41B99171}"/>
              </a:ext>
            </a:extLst>
          </p:cNvPr>
          <p:cNvSpPr>
            <a:spLocks noGrp="1"/>
          </p:cNvSpPr>
          <p:nvPr>
            <p:ph type="dt" sz="half" idx="10"/>
          </p:nvPr>
        </p:nvSpPr>
        <p:spPr/>
        <p:txBody>
          <a:bodyPr/>
          <a:lstStyle>
            <a:lvl1pPr>
              <a:defRPr/>
            </a:lvl1pPr>
          </a:lstStyle>
          <a:p>
            <a:pPr>
              <a:defRPr/>
            </a:pPr>
            <a:fld id="{49D6B99E-DAD0-4401-B518-8BFB3E74DC25}" type="datetime1">
              <a:rPr lang="pt-BR"/>
              <a:pPr>
                <a:defRPr/>
              </a:pPr>
              <a:t>03/05/2026</a:t>
            </a:fld>
            <a:endParaRPr lang="pt-BR"/>
          </a:p>
        </p:txBody>
      </p:sp>
      <p:sp>
        <p:nvSpPr>
          <p:cNvPr id="5" name="Espaço Reservado para Rodapé 4">
            <a:extLst>
              <a:ext uri="{FF2B5EF4-FFF2-40B4-BE49-F238E27FC236}">
                <a16:creationId xmlns:a16="http://schemas.microsoft.com/office/drawing/2014/main" id="{AB2AAF60-717F-58C0-F820-8340E33E77DD}"/>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220FE26C-2FD9-2777-7B26-4250A2AC9676}"/>
              </a:ext>
            </a:extLst>
          </p:cNvPr>
          <p:cNvSpPr>
            <a:spLocks noGrp="1"/>
          </p:cNvSpPr>
          <p:nvPr>
            <p:ph type="sldNum" sz="quarter" idx="12"/>
          </p:nvPr>
        </p:nvSpPr>
        <p:spPr/>
        <p:txBody>
          <a:bodyPr/>
          <a:lstStyle>
            <a:lvl1pPr>
              <a:defRPr/>
            </a:lvl1pPr>
          </a:lstStyle>
          <a:p>
            <a:fld id="{70F87E2B-A267-4EA0-BDDE-1B70F91FCD4A}" type="slidenum">
              <a:rPr lang="pt-BR" altLang="pt-BR"/>
              <a:pPr/>
              <a:t>‹nº›</a:t>
            </a:fld>
            <a:endParaRPr lang="pt-BR" altLang="pt-BR"/>
          </a:p>
        </p:txBody>
      </p:sp>
    </p:spTree>
    <p:extLst>
      <p:ext uri="{BB962C8B-B14F-4D97-AF65-F5344CB8AC3E}">
        <p14:creationId xmlns:p14="http://schemas.microsoft.com/office/powerpoint/2010/main" val="17296569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CF7F1C5-829A-8964-31A3-3F0CABF0D34B}"/>
              </a:ext>
            </a:extLst>
          </p:cNvPr>
          <p:cNvSpPr>
            <a:spLocks noGrp="1"/>
          </p:cNvSpPr>
          <p:nvPr>
            <p:ph type="dt" sz="half" idx="10"/>
          </p:nvPr>
        </p:nvSpPr>
        <p:spPr/>
        <p:txBody>
          <a:bodyPr/>
          <a:lstStyle>
            <a:lvl1pPr>
              <a:defRPr/>
            </a:lvl1pPr>
          </a:lstStyle>
          <a:p>
            <a:pPr>
              <a:defRPr/>
            </a:pPr>
            <a:fld id="{1BB6DC74-3F6B-400E-9139-DC654E902D2B}" type="datetime1">
              <a:rPr lang="pt-BR"/>
              <a:pPr>
                <a:defRPr/>
              </a:pPr>
              <a:t>03/05/2026</a:t>
            </a:fld>
            <a:endParaRPr lang="pt-BR"/>
          </a:p>
        </p:txBody>
      </p:sp>
      <p:sp>
        <p:nvSpPr>
          <p:cNvPr id="5" name="Espaço Reservado para Rodapé 4">
            <a:extLst>
              <a:ext uri="{FF2B5EF4-FFF2-40B4-BE49-F238E27FC236}">
                <a16:creationId xmlns:a16="http://schemas.microsoft.com/office/drawing/2014/main" id="{31B92BE9-E74B-B479-BB51-2C7DAC169352}"/>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AD1BDC75-1CAF-FA8B-9235-35A86E05EF4C}"/>
              </a:ext>
            </a:extLst>
          </p:cNvPr>
          <p:cNvSpPr>
            <a:spLocks noGrp="1"/>
          </p:cNvSpPr>
          <p:nvPr>
            <p:ph type="sldNum" sz="quarter" idx="12"/>
          </p:nvPr>
        </p:nvSpPr>
        <p:spPr/>
        <p:txBody>
          <a:bodyPr/>
          <a:lstStyle>
            <a:lvl1pPr>
              <a:defRPr/>
            </a:lvl1pPr>
          </a:lstStyle>
          <a:p>
            <a:fld id="{785024C8-0368-4CDB-BAE9-02CB256E1519}" type="slidenum">
              <a:rPr lang="pt-BR" altLang="pt-BR"/>
              <a:pPr/>
              <a:t>‹nº›</a:t>
            </a:fld>
            <a:endParaRPr lang="pt-BR" altLang="pt-BR"/>
          </a:p>
        </p:txBody>
      </p:sp>
    </p:spTree>
    <p:extLst>
      <p:ext uri="{BB962C8B-B14F-4D97-AF65-F5344CB8AC3E}">
        <p14:creationId xmlns:p14="http://schemas.microsoft.com/office/powerpoint/2010/main" val="7398290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a:t>Clique para editar o estilo do título mestre</a:t>
            </a: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337991A4-ECDD-2F40-A8E5-3C425FC27F72}"/>
              </a:ext>
            </a:extLst>
          </p:cNvPr>
          <p:cNvSpPr>
            <a:spLocks noGrp="1"/>
          </p:cNvSpPr>
          <p:nvPr>
            <p:ph type="dt" sz="half" idx="10"/>
          </p:nvPr>
        </p:nvSpPr>
        <p:spPr/>
        <p:txBody>
          <a:bodyPr/>
          <a:lstStyle>
            <a:lvl1pPr>
              <a:defRPr/>
            </a:lvl1pPr>
          </a:lstStyle>
          <a:p>
            <a:pPr>
              <a:defRPr/>
            </a:pPr>
            <a:fld id="{A45AFDCC-5139-40A5-AB0B-574052DC499C}" type="datetime1">
              <a:rPr lang="pt-BR"/>
              <a:pPr>
                <a:defRPr/>
              </a:pPr>
              <a:t>03/05/2026</a:t>
            </a:fld>
            <a:endParaRPr lang="pt-BR"/>
          </a:p>
        </p:txBody>
      </p:sp>
      <p:sp>
        <p:nvSpPr>
          <p:cNvPr id="5" name="Espaço Reservado para Rodapé 4">
            <a:extLst>
              <a:ext uri="{FF2B5EF4-FFF2-40B4-BE49-F238E27FC236}">
                <a16:creationId xmlns:a16="http://schemas.microsoft.com/office/drawing/2014/main" id="{435FA2CE-AEFB-1836-E6FD-72DB44E8D5B8}"/>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F17975A3-8795-9036-A48A-B55B1ADCA961}"/>
              </a:ext>
            </a:extLst>
          </p:cNvPr>
          <p:cNvSpPr>
            <a:spLocks noGrp="1"/>
          </p:cNvSpPr>
          <p:nvPr>
            <p:ph type="sldNum" sz="quarter" idx="12"/>
          </p:nvPr>
        </p:nvSpPr>
        <p:spPr/>
        <p:txBody>
          <a:bodyPr/>
          <a:lstStyle>
            <a:lvl1pPr>
              <a:defRPr/>
            </a:lvl1pPr>
          </a:lstStyle>
          <a:p>
            <a:fld id="{87D3A0D1-1F5C-4CD7-94FC-5E632389E200}" type="slidenum">
              <a:rPr lang="pt-BR" altLang="pt-BR"/>
              <a:pPr/>
              <a:t>‹nº›</a:t>
            </a:fld>
            <a:endParaRPr lang="pt-BR" altLang="pt-BR"/>
          </a:p>
        </p:txBody>
      </p:sp>
    </p:spTree>
    <p:extLst>
      <p:ext uri="{BB962C8B-B14F-4D97-AF65-F5344CB8AC3E}">
        <p14:creationId xmlns:p14="http://schemas.microsoft.com/office/powerpoint/2010/main" val="42373172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E0D74B8-980B-C732-1F75-E26205150DA5}"/>
              </a:ext>
            </a:extLst>
          </p:cNvPr>
          <p:cNvSpPr>
            <a:spLocks noGrp="1"/>
          </p:cNvSpPr>
          <p:nvPr>
            <p:ph type="dt" sz="half" idx="10"/>
          </p:nvPr>
        </p:nvSpPr>
        <p:spPr/>
        <p:txBody>
          <a:bodyPr/>
          <a:lstStyle>
            <a:lvl1pPr>
              <a:defRPr/>
            </a:lvl1pPr>
          </a:lstStyle>
          <a:p>
            <a:pPr>
              <a:defRPr/>
            </a:pPr>
            <a:fld id="{573154FF-4790-47C8-B179-597CA55AAAF4}" type="datetime1">
              <a:rPr lang="pt-BR"/>
              <a:pPr>
                <a:defRPr/>
              </a:pPr>
              <a:t>03/05/2026</a:t>
            </a:fld>
            <a:endParaRPr lang="pt-BR"/>
          </a:p>
        </p:txBody>
      </p:sp>
      <p:sp>
        <p:nvSpPr>
          <p:cNvPr id="5" name="Espaço Reservado para Rodapé 4">
            <a:extLst>
              <a:ext uri="{FF2B5EF4-FFF2-40B4-BE49-F238E27FC236}">
                <a16:creationId xmlns:a16="http://schemas.microsoft.com/office/drawing/2014/main" id="{6FB971CA-029C-937B-2A7E-D4DDC2329AFC}"/>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C9C41E9C-183E-B791-3C4D-3FA965B4BCEB}"/>
              </a:ext>
            </a:extLst>
          </p:cNvPr>
          <p:cNvSpPr>
            <a:spLocks noGrp="1"/>
          </p:cNvSpPr>
          <p:nvPr>
            <p:ph type="sldNum" sz="quarter" idx="12"/>
          </p:nvPr>
        </p:nvSpPr>
        <p:spPr/>
        <p:txBody>
          <a:bodyPr/>
          <a:lstStyle>
            <a:lvl1pPr>
              <a:defRPr/>
            </a:lvl1pPr>
          </a:lstStyle>
          <a:p>
            <a:fld id="{5BCBBC7B-3950-429F-A658-562329EE17FA}" type="slidenum">
              <a:rPr lang="pt-BR" altLang="pt-BR"/>
              <a:pPr/>
              <a:t>‹nº›</a:t>
            </a:fld>
            <a:endParaRPr lang="pt-BR" altLang="pt-BR"/>
          </a:p>
        </p:txBody>
      </p:sp>
    </p:spTree>
    <p:extLst>
      <p:ext uri="{BB962C8B-B14F-4D97-AF65-F5344CB8AC3E}">
        <p14:creationId xmlns:p14="http://schemas.microsoft.com/office/powerpoint/2010/main" val="40876024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a:t>Clique para editar o estilo do título mestre</a:t>
            </a: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do texto mestre</a:t>
            </a:r>
          </a:p>
        </p:txBody>
      </p:sp>
      <p:sp>
        <p:nvSpPr>
          <p:cNvPr id="4" name="Espaço Reservado para Data 3">
            <a:extLst>
              <a:ext uri="{FF2B5EF4-FFF2-40B4-BE49-F238E27FC236}">
                <a16:creationId xmlns:a16="http://schemas.microsoft.com/office/drawing/2014/main" id="{3E4F6945-1E00-3DBC-4075-5CFFB447DB3F}"/>
              </a:ext>
            </a:extLst>
          </p:cNvPr>
          <p:cNvSpPr>
            <a:spLocks noGrp="1"/>
          </p:cNvSpPr>
          <p:nvPr>
            <p:ph type="dt" sz="half" idx="10"/>
          </p:nvPr>
        </p:nvSpPr>
        <p:spPr/>
        <p:txBody>
          <a:bodyPr/>
          <a:lstStyle>
            <a:lvl1pPr>
              <a:defRPr/>
            </a:lvl1pPr>
          </a:lstStyle>
          <a:p>
            <a:pPr>
              <a:defRPr/>
            </a:pPr>
            <a:fld id="{1CE7D277-CF88-4AE6-B870-C7D9E41D48AC}" type="datetime1">
              <a:rPr lang="pt-BR"/>
              <a:pPr>
                <a:defRPr/>
              </a:pPr>
              <a:t>03/05/2026</a:t>
            </a:fld>
            <a:endParaRPr lang="pt-BR"/>
          </a:p>
        </p:txBody>
      </p:sp>
      <p:sp>
        <p:nvSpPr>
          <p:cNvPr id="5" name="Espaço Reservado para Rodapé 4">
            <a:extLst>
              <a:ext uri="{FF2B5EF4-FFF2-40B4-BE49-F238E27FC236}">
                <a16:creationId xmlns:a16="http://schemas.microsoft.com/office/drawing/2014/main" id="{87857F34-96AE-123F-EEEE-32381719E873}"/>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C4B22853-1E0C-98C9-4BBC-C08C49C2E0B7}"/>
              </a:ext>
            </a:extLst>
          </p:cNvPr>
          <p:cNvSpPr>
            <a:spLocks noGrp="1"/>
          </p:cNvSpPr>
          <p:nvPr>
            <p:ph type="sldNum" sz="quarter" idx="12"/>
          </p:nvPr>
        </p:nvSpPr>
        <p:spPr/>
        <p:txBody>
          <a:bodyPr/>
          <a:lstStyle>
            <a:lvl1pPr>
              <a:defRPr/>
            </a:lvl1pPr>
          </a:lstStyle>
          <a:p>
            <a:fld id="{83DCE91B-E5C1-46A4-BC84-DF808F7EBBF5}" type="slidenum">
              <a:rPr lang="pt-BR" altLang="pt-BR"/>
              <a:pPr/>
              <a:t>‹nº›</a:t>
            </a:fld>
            <a:endParaRPr lang="pt-BR" altLang="pt-BR"/>
          </a:p>
        </p:txBody>
      </p:sp>
    </p:spTree>
    <p:extLst>
      <p:ext uri="{BB962C8B-B14F-4D97-AF65-F5344CB8AC3E}">
        <p14:creationId xmlns:p14="http://schemas.microsoft.com/office/powerpoint/2010/main" val="1026981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3">
            <a:extLst>
              <a:ext uri="{FF2B5EF4-FFF2-40B4-BE49-F238E27FC236}">
                <a16:creationId xmlns:a16="http://schemas.microsoft.com/office/drawing/2014/main" id="{B90D0B55-1BBB-8A8B-BEA3-28F89E5D3244}"/>
              </a:ext>
            </a:extLst>
          </p:cNvPr>
          <p:cNvSpPr>
            <a:spLocks noGrp="1"/>
          </p:cNvSpPr>
          <p:nvPr>
            <p:ph type="dt" sz="half" idx="10"/>
          </p:nvPr>
        </p:nvSpPr>
        <p:spPr/>
        <p:txBody>
          <a:bodyPr/>
          <a:lstStyle>
            <a:lvl1pPr>
              <a:defRPr/>
            </a:lvl1pPr>
          </a:lstStyle>
          <a:p>
            <a:pPr>
              <a:defRPr/>
            </a:pPr>
            <a:fld id="{8208675D-1F39-4D2F-B756-0215C4863672}" type="datetime1">
              <a:rPr lang="pt-BR"/>
              <a:pPr>
                <a:defRPr/>
              </a:pPr>
              <a:t>03/05/2026</a:t>
            </a:fld>
            <a:endParaRPr lang="pt-BR"/>
          </a:p>
        </p:txBody>
      </p:sp>
      <p:sp>
        <p:nvSpPr>
          <p:cNvPr id="6" name="Espaço Reservado para Rodapé 4">
            <a:extLst>
              <a:ext uri="{FF2B5EF4-FFF2-40B4-BE49-F238E27FC236}">
                <a16:creationId xmlns:a16="http://schemas.microsoft.com/office/drawing/2014/main" id="{1FDD3882-7BD8-B865-E1D7-8B1377A93452}"/>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00D54031-BD99-E739-4531-FD55EE12D2C0}"/>
              </a:ext>
            </a:extLst>
          </p:cNvPr>
          <p:cNvSpPr>
            <a:spLocks noGrp="1"/>
          </p:cNvSpPr>
          <p:nvPr>
            <p:ph type="sldNum" sz="quarter" idx="12"/>
          </p:nvPr>
        </p:nvSpPr>
        <p:spPr/>
        <p:txBody>
          <a:bodyPr/>
          <a:lstStyle>
            <a:lvl1pPr>
              <a:defRPr/>
            </a:lvl1pPr>
          </a:lstStyle>
          <a:p>
            <a:fld id="{D1C9A9FB-8810-4507-911E-AFF1864000B6}" type="slidenum">
              <a:rPr lang="pt-BR" altLang="pt-BR"/>
              <a:pPr/>
              <a:t>‹nº›</a:t>
            </a:fld>
            <a:endParaRPr lang="pt-BR" altLang="pt-BR"/>
          </a:p>
        </p:txBody>
      </p:sp>
    </p:spTree>
    <p:extLst>
      <p:ext uri="{BB962C8B-B14F-4D97-AF65-F5344CB8AC3E}">
        <p14:creationId xmlns:p14="http://schemas.microsoft.com/office/powerpoint/2010/main" val="36828815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3">
            <a:extLst>
              <a:ext uri="{FF2B5EF4-FFF2-40B4-BE49-F238E27FC236}">
                <a16:creationId xmlns:a16="http://schemas.microsoft.com/office/drawing/2014/main" id="{E66E04CA-A698-56FC-14CF-2ED1412A101F}"/>
              </a:ext>
            </a:extLst>
          </p:cNvPr>
          <p:cNvSpPr>
            <a:spLocks noGrp="1"/>
          </p:cNvSpPr>
          <p:nvPr>
            <p:ph type="dt" sz="half" idx="10"/>
          </p:nvPr>
        </p:nvSpPr>
        <p:spPr/>
        <p:txBody>
          <a:bodyPr/>
          <a:lstStyle>
            <a:lvl1pPr>
              <a:defRPr/>
            </a:lvl1pPr>
          </a:lstStyle>
          <a:p>
            <a:pPr>
              <a:defRPr/>
            </a:pPr>
            <a:fld id="{47E4F034-3B3F-4912-B66C-E1E526460FE9}" type="datetime1">
              <a:rPr lang="pt-BR"/>
              <a:pPr>
                <a:defRPr/>
              </a:pPr>
              <a:t>03/05/2026</a:t>
            </a:fld>
            <a:endParaRPr lang="pt-BR"/>
          </a:p>
        </p:txBody>
      </p:sp>
      <p:sp>
        <p:nvSpPr>
          <p:cNvPr id="8" name="Espaço Reservado para Rodapé 4">
            <a:extLst>
              <a:ext uri="{FF2B5EF4-FFF2-40B4-BE49-F238E27FC236}">
                <a16:creationId xmlns:a16="http://schemas.microsoft.com/office/drawing/2014/main" id="{4B631FE6-5499-D04F-385A-E280404AD89F}"/>
              </a:ext>
            </a:extLst>
          </p:cNvPr>
          <p:cNvSpPr>
            <a:spLocks noGrp="1"/>
          </p:cNvSpPr>
          <p:nvPr>
            <p:ph type="ftr" sz="quarter" idx="11"/>
          </p:nvPr>
        </p:nvSpPr>
        <p:spPr/>
        <p:txBody>
          <a:bodyPr/>
          <a:lstStyle>
            <a:lvl1pPr>
              <a:defRPr/>
            </a:lvl1pPr>
          </a:lstStyle>
          <a:p>
            <a:pPr>
              <a:defRPr/>
            </a:pPr>
            <a:endParaRPr lang="pt-BR"/>
          </a:p>
        </p:txBody>
      </p:sp>
      <p:sp>
        <p:nvSpPr>
          <p:cNvPr id="9" name="Espaço Reservado para Número de Slide 5">
            <a:extLst>
              <a:ext uri="{FF2B5EF4-FFF2-40B4-BE49-F238E27FC236}">
                <a16:creationId xmlns:a16="http://schemas.microsoft.com/office/drawing/2014/main" id="{3D7D1DA1-0818-0B42-FD06-45379A0DAD31}"/>
              </a:ext>
            </a:extLst>
          </p:cNvPr>
          <p:cNvSpPr>
            <a:spLocks noGrp="1"/>
          </p:cNvSpPr>
          <p:nvPr>
            <p:ph type="sldNum" sz="quarter" idx="12"/>
          </p:nvPr>
        </p:nvSpPr>
        <p:spPr/>
        <p:txBody>
          <a:bodyPr/>
          <a:lstStyle>
            <a:lvl1pPr>
              <a:defRPr/>
            </a:lvl1pPr>
          </a:lstStyle>
          <a:p>
            <a:fld id="{70CBD161-0C59-4973-B002-D9F4BDEFF49C}" type="slidenum">
              <a:rPr lang="pt-BR" altLang="pt-BR"/>
              <a:pPr/>
              <a:t>‹nº›</a:t>
            </a:fld>
            <a:endParaRPr lang="pt-BR" altLang="pt-BR"/>
          </a:p>
        </p:txBody>
      </p:sp>
    </p:spTree>
    <p:extLst>
      <p:ext uri="{BB962C8B-B14F-4D97-AF65-F5344CB8AC3E}">
        <p14:creationId xmlns:p14="http://schemas.microsoft.com/office/powerpoint/2010/main" val="38344043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Data 3">
            <a:extLst>
              <a:ext uri="{FF2B5EF4-FFF2-40B4-BE49-F238E27FC236}">
                <a16:creationId xmlns:a16="http://schemas.microsoft.com/office/drawing/2014/main" id="{D274285F-4178-697F-F8C4-6FB801CFA1ED}"/>
              </a:ext>
            </a:extLst>
          </p:cNvPr>
          <p:cNvSpPr>
            <a:spLocks noGrp="1"/>
          </p:cNvSpPr>
          <p:nvPr>
            <p:ph type="dt" sz="half" idx="10"/>
          </p:nvPr>
        </p:nvSpPr>
        <p:spPr/>
        <p:txBody>
          <a:bodyPr/>
          <a:lstStyle>
            <a:lvl1pPr>
              <a:defRPr/>
            </a:lvl1pPr>
          </a:lstStyle>
          <a:p>
            <a:pPr>
              <a:defRPr/>
            </a:pPr>
            <a:fld id="{33ABAF19-74B0-48DD-86D1-5229510408B6}" type="datetime1">
              <a:rPr lang="pt-BR"/>
              <a:pPr>
                <a:defRPr/>
              </a:pPr>
              <a:t>03/05/2026</a:t>
            </a:fld>
            <a:endParaRPr lang="pt-BR"/>
          </a:p>
        </p:txBody>
      </p:sp>
      <p:sp>
        <p:nvSpPr>
          <p:cNvPr id="4" name="Espaço Reservado para Rodapé 4">
            <a:extLst>
              <a:ext uri="{FF2B5EF4-FFF2-40B4-BE49-F238E27FC236}">
                <a16:creationId xmlns:a16="http://schemas.microsoft.com/office/drawing/2014/main" id="{0A259776-49D9-5F8D-BE7E-8BAA05FEAD8E}"/>
              </a:ext>
            </a:extLst>
          </p:cNvPr>
          <p:cNvSpPr>
            <a:spLocks noGrp="1"/>
          </p:cNvSpPr>
          <p:nvPr>
            <p:ph type="ftr" sz="quarter" idx="11"/>
          </p:nvPr>
        </p:nvSpPr>
        <p:spPr/>
        <p:txBody>
          <a:bodyPr/>
          <a:lstStyle>
            <a:lvl1pPr>
              <a:defRPr/>
            </a:lvl1pPr>
          </a:lstStyle>
          <a:p>
            <a:pPr>
              <a:defRPr/>
            </a:pPr>
            <a:endParaRPr lang="pt-BR"/>
          </a:p>
        </p:txBody>
      </p:sp>
      <p:sp>
        <p:nvSpPr>
          <p:cNvPr id="5" name="Espaço Reservado para Número de Slide 5">
            <a:extLst>
              <a:ext uri="{FF2B5EF4-FFF2-40B4-BE49-F238E27FC236}">
                <a16:creationId xmlns:a16="http://schemas.microsoft.com/office/drawing/2014/main" id="{0D7B3FE4-2789-B781-0E10-D2D466858732}"/>
              </a:ext>
            </a:extLst>
          </p:cNvPr>
          <p:cNvSpPr>
            <a:spLocks noGrp="1"/>
          </p:cNvSpPr>
          <p:nvPr>
            <p:ph type="sldNum" sz="quarter" idx="12"/>
          </p:nvPr>
        </p:nvSpPr>
        <p:spPr/>
        <p:txBody>
          <a:bodyPr/>
          <a:lstStyle>
            <a:lvl1pPr>
              <a:defRPr/>
            </a:lvl1pPr>
          </a:lstStyle>
          <a:p>
            <a:fld id="{5CBB6859-E2F4-4F30-BAE0-D6A373782821}" type="slidenum">
              <a:rPr lang="pt-BR" altLang="pt-BR"/>
              <a:pPr/>
              <a:t>‹nº›</a:t>
            </a:fld>
            <a:endParaRPr lang="pt-BR" altLang="pt-BR"/>
          </a:p>
        </p:txBody>
      </p:sp>
    </p:spTree>
    <p:extLst>
      <p:ext uri="{BB962C8B-B14F-4D97-AF65-F5344CB8AC3E}">
        <p14:creationId xmlns:p14="http://schemas.microsoft.com/office/powerpoint/2010/main" val="12473142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3">
            <a:extLst>
              <a:ext uri="{FF2B5EF4-FFF2-40B4-BE49-F238E27FC236}">
                <a16:creationId xmlns:a16="http://schemas.microsoft.com/office/drawing/2014/main" id="{A0A729EE-70DC-A86A-B864-D702B8F864A0}"/>
              </a:ext>
            </a:extLst>
          </p:cNvPr>
          <p:cNvSpPr>
            <a:spLocks noGrp="1"/>
          </p:cNvSpPr>
          <p:nvPr>
            <p:ph type="dt" sz="half" idx="10"/>
          </p:nvPr>
        </p:nvSpPr>
        <p:spPr/>
        <p:txBody>
          <a:bodyPr/>
          <a:lstStyle>
            <a:lvl1pPr>
              <a:defRPr/>
            </a:lvl1pPr>
          </a:lstStyle>
          <a:p>
            <a:pPr>
              <a:defRPr/>
            </a:pPr>
            <a:fld id="{DF0D3043-C698-42F8-A5AD-CB4174AD8136}" type="datetime1">
              <a:rPr lang="pt-BR"/>
              <a:pPr>
                <a:defRPr/>
              </a:pPr>
              <a:t>03/05/2026</a:t>
            </a:fld>
            <a:endParaRPr lang="pt-BR"/>
          </a:p>
        </p:txBody>
      </p:sp>
      <p:sp>
        <p:nvSpPr>
          <p:cNvPr id="3" name="Espaço Reservado para Rodapé 4">
            <a:extLst>
              <a:ext uri="{FF2B5EF4-FFF2-40B4-BE49-F238E27FC236}">
                <a16:creationId xmlns:a16="http://schemas.microsoft.com/office/drawing/2014/main" id="{46BD9664-8C89-53E6-F994-DB2070D2CCDE}"/>
              </a:ext>
            </a:extLst>
          </p:cNvPr>
          <p:cNvSpPr>
            <a:spLocks noGrp="1"/>
          </p:cNvSpPr>
          <p:nvPr>
            <p:ph type="ftr" sz="quarter" idx="11"/>
          </p:nvPr>
        </p:nvSpPr>
        <p:spPr/>
        <p:txBody>
          <a:bodyPr/>
          <a:lstStyle>
            <a:lvl1pPr>
              <a:defRPr/>
            </a:lvl1pPr>
          </a:lstStyle>
          <a:p>
            <a:pPr>
              <a:defRPr/>
            </a:pPr>
            <a:endParaRPr lang="pt-BR"/>
          </a:p>
        </p:txBody>
      </p:sp>
      <p:sp>
        <p:nvSpPr>
          <p:cNvPr id="4" name="Espaço Reservado para Número de Slide 5">
            <a:extLst>
              <a:ext uri="{FF2B5EF4-FFF2-40B4-BE49-F238E27FC236}">
                <a16:creationId xmlns:a16="http://schemas.microsoft.com/office/drawing/2014/main" id="{91A2C21A-5691-892E-3837-28FFC17B3FE7}"/>
              </a:ext>
            </a:extLst>
          </p:cNvPr>
          <p:cNvSpPr>
            <a:spLocks noGrp="1"/>
          </p:cNvSpPr>
          <p:nvPr>
            <p:ph type="sldNum" sz="quarter" idx="12"/>
          </p:nvPr>
        </p:nvSpPr>
        <p:spPr/>
        <p:txBody>
          <a:bodyPr/>
          <a:lstStyle>
            <a:lvl1pPr>
              <a:defRPr/>
            </a:lvl1pPr>
          </a:lstStyle>
          <a:p>
            <a:fld id="{39153292-C9AA-42B0-B1DD-DFAEA18070D5}" type="slidenum">
              <a:rPr lang="pt-BR" altLang="pt-BR"/>
              <a:pPr/>
              <a:t>‹nº›</a:t>
            </a:fld>
            <a:endParaRPr lang="pt-BR" altLang="pt-BR"/>
          </a:p>
        </p:txBody>
      </p:sp>
    </p:spTree>
    <p:extLst>
      <p:ext uri="{BB962C8B-B14F-4D97-AF65-F5344CB8AC3E}">
        <p14:creationId xmlns:p14="http://schemas.microsoft.com/office/powerpoint/2010/main" val="5111020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a:t>Clique para editar o estilo do título mestre</a:t>
            </a: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3">
            <a:extLst>
              <a:ext uri="{FF2B5EF4-FFF2-40B4-BE49-F238E27FC236}">
                <a16:creationId xmlns:a16="http://schemas.microsoft.com/office/drawing/2014/main" id="{03F54303-CB07-B5E7-562E-DBFD91A6AFF4}"/>
              </a:ext>
            </a:extLst>
          </p:cNvPr>
          <p:cNvSpPr>
            <a:spLocks noGrp="1"/>
          </p:cNvSpPr>
          <p:nvPr>
            <p:ph type="dt" sz="half" idx="10"/>
          </p:nvPr>
        </p:nvSpPr>
        <p:spPr/>
        <p:txBody>
          <a:bodyPr/>
          <a:lstStyle>
            <a:lvl1pPr>
              <a:defRPr/>
            </a:lvl1pPr>
          </a:lstStyle>
          <a:p>
            <a:pPr>
              <a:defRPr/>
            </a:pPr>
            <a:fld id="{AB51E752-D760-4C8E-A8E5-C5480C83FABB}" type="datetime1">
              <a:rPr lang="pt-BR"/>
              <a:pPr>
                <a:defRPr/>
              </a:pPr>
              <a:t>03/05/2026</a:t>
            </a:fld>
            <a:endParaRPr lang="pt-BR"/>
          </a:p>
        </p:txBody>
      </p:sp>
      <p:sp>
        <p:nvSpPr>
          <p:cNvPr id="6" name="Espaço Reservado para Rodapé 4">
            <a:extLst>
              <a:ext uri="{FF2B5EF4-FFF2-40B4-BE49-F238E27FC236}">
                <a16:creationId xmlns:a16="http://schemas.microsoft.com/office/drawing/2014/main" id="{70F26C46-F469-F1F3-DC06-ABD3E7585CA5}"/>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7BD49F9A-2D96-9D8C-FBDB-48E4AAC5B6DD}"/>
              </a:ext>
            </a:extLst>
          </p:cNvPr>
          <p:cNvSpPr>
            <a:spLocks noGrp="1"/>
          </p:cNvSpPr>
          <p:nvPr>
            <p:ph type="sldNum" sz="quarter" idx="12"/>
          </p:nvPr>
        </p:nvSpPr>
        <p:spPr/>
        <p:txBody>
          <a:bodyPr/>
          <a:lstStyle>
            <a:lvl1pPr>
              <a:defRPr/>
            </a:lvl1pPr>
          </a:lstStyle>
          <a:p>
            <a:fld id="{FC0E1452-8A5A-40F7-87FF-375F0CE7D7A7}" type="slidenum">
              <a:rPr lang="pt-BR" altLang="pt-BR"/>
              <a:pPr/>
              <a:t>‹nº›</a:t>
            </a:fld>
            <a:endParaRPr lang="pt-BR" altLang="pt-BR"/>
          </a:p>
        </p:txBody>
      </p:sp>
    </p:spTree>
    <p:extLst>
      <p:ext uri="{BB962C8B-B14F-4D97-AF65-F5344CB8AC3E}">
        <p14:creationId xmlns:p14="http://schemas.microsoft.com/office/powerpoint/2010/main" val="18098430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a:t>Clique para editar o estilo do título mestre</a:t>
            </a:r>
          </a:p>
        </p:txBody>
      </p:sp>
      <p:sp>
        <p:nvSpPr>
          <p:cNvPr id="3" name="Espaço Reservado para Imagem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t-BR" noProof="0"/>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3">
            <a:extLst>
              <a:ext uri="{FF2B5EF4-FFF2-40B4-BE49-F238E27FC236}">
                <a16:creationId xmlns:a16="http://schemas.microsoft.com/office/drawing/2014/main" id="{69F09675-7D37-6682-CABB-ED9108AF795D}"/>
              </a:ext>
            </a:extLst>
          </p:cNvPr>
          <p:cNvSpPr>
            <a:spLocks noGrp="1"/>
          </p:cNvSpPr>
          <p:nvPr>
            <p:ph type="dt" sz="half" idx="10"/>
          </p:nvPr>
        </p:nvSpPr>
        <p:spPr/>
        <p:txBody>
          <a:bodyPr/>
          <a:lstStyle>
            <a:lvl1pPr>
              <a:defRPr/>
            </a:lvl1pPr>
          </a:lstStyle>
          <a:p>
            <a:pPr>
              <a:defRPr/>
            </a:pPr>
            <a:fld id="{9616CBFC-7A4C-4C87-95A3-48D59F924E81}" type="datetime1">
              <a:rPr lang="pt-BR"/>
              <a:pPr>
                <a:defRPr/>
              </a:pPr>
              <a:t>03/05/2026</a:t>
            </a:fld>
            <a:endParaRPr lang="pt-BR"/>
          </a:p>
        </p:txBody>
      </p:sp>
      <p:sp>
        <p:nvSpPr>
          <p:cNvPr id="6" name="Espaço Reservado para Rodapé 4">
            <a:extLst>
              <a:ext uri="{FF2B5EF4-FFF2-40B4-BE49-F238E27FC236}">
                <a16:creationId xmlns:a16="http://schemas.microsoft.com/office/drawing/2014/main" id="{9624A5E4-414C-DBBB-42F5-C59E270E47B7}"/>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025F92E9-53D9-0971-2407-98749D05A2A1}"/>
              </a:ext>
            </a:extLst>
          </p:cNvPr>
          <p:cNvSpPr>
            <a:spLocks noGrp="1"/>
          </p:cNvSpPr>
          <p:nvPr>
            <p:ph type="sldNum" sz="quarter" idx="12"/>
          </p:nvPr>
        </p:nvSpPr>
        <p:spPr/>
        <p:txBody>
          <a:bodyPr/>
          <a:lstStyle>
            <a:lvl1pPr>
              <a:defRPr/>
            </a:lvl1pPr>
          </a:lstStyle>
          <a:p>
            <a:fld id="{DB0B90E7-F720-4785-B3E2-CACB7A635D60}" type="slidenum">
              <a:rPr lang="pt-BR" altLang="pt-BR"/>
              <a:pPr/>
              <a:t>‹nº›</a:t>
            </a:fld>
            <a:endParaRPr lang="pt-BR" altLang="pt-BR"/>
          </a:p>
        </p:txBody>
      </p:sp>
    </p:spTree>
    <p:extLst>
      <p:ext uri="{BB962C8B-B14F-4D97-AF65-F5344CB8AC3E}">
        <p14:creationId xmlns:p14="http://schemas.microsoft.com/office/powerpoint/2010/main" val="7787404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35112AF-A183-CBF5-C28F-D34CFAD96FF1}"/>
              </a:ext>
            </a:extLst>
          </p:cNvPr>
          <p:cNvSpPr>
            <a:spLocks noGrp="1"/>
          </p:cNvSpPr>
          <p:nvPr>
            <p:ph type="dt" sz="half" idx="10"/>
          </p:nvPr>
        </p:nvSpPr>
        <p:spPr/>
        <p:txBody>
          <a:bodyPr/>
          <a:lstStyle>
            <a:lvl1pPr>
              <a:defRPr/>
            </a:lvl1pPr>
          </a:lstStyle>
          <a:p>
            <a:pPr>
              <a:defRPr/>
            </a:pPr>
            <a:fld id="{B4C1D443-DD7F-4C7B-86BA-1D1308BF6D93}" type="datetime1">
              <a:rPr lang="pt-BR"/>
              <a:pPr>
                <a:defRPr/>
              </a:pPr>
              <a:t>03/05/2026</a:t>
            </a:fld>
            <a:endParaRPr lang="pt-BR"/>
          </a:p>
        </p:txBody>
      </p:sp>
      <p:sp>
        <p:nvSpPr>
          <p:cNvPr id="5" name="Espaço Reservado para Rodapé 4">
            <a:extLst>
              <a:ext uri="{FF2B5EF4-FFF2-40B4-BE49-F238E27FC236}">
                <a16:creationId xmlns:a16="http://schemas.microsoft.com/office/drawing/2014/main" id="{1F462A26-B677-2268-57B5-DA4EFCDB35FA}"/>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29D4B333-8290-2E2B-CC3D-A43014E2F60B}"/>
              </a:ext>
            </a:extLst>
          </p:cNvPr>
          <p:cNvSpPr>
            <a:spLocks noGrp="1"/>
          </p:cNvSpPr>
          <p:nvPr>
            <p:ph type="sldNum" sz="quarter" idx="12"/>
          </p:nvPr>
        </p:nvSpPr>
        <p:spPr/>
        <p:txBody>
          <a:bodyPr/>
          <a:lstStyle>
            <a:lvl1pPr>
              <a:defRPr/>
            </a:lvl1pPr>
          </a:lstStyle>
          <a:p>
            <a:fld id="{CCEE1559-E8CF-4AF0-9AB9-1FEE447382E7}" type="slidenum">
              <a:rPr lang="pt-BR" altLang="pt-BR"/>
              <a:pPr/>
              <a:t>‹nº›</a:t>
            </a:fld>
            <a:endParaRPr lang="pt-BR" altLang="pt-BR"/>
          </a:p>
        </p:txBody>
      </p:sp>
    </p:spTree>
    <p:extLst>
      <p:ext uri="{BB962C8B-B14F-4D97-AF65-F5344CB8AC3E}">
        <p14:creationId xmlns:p14="http://schemas.microsoft.com/office/powerpoint/2010/main" val="3027857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1D383FB-5AEC-F0CA-FF24-9598564CC675}"/>
              </a:ext>
            </a:extLst>
          </p:cNvPr>
          <p:cNvSpPr>
            <a:spLocks noGrp="1"/>
          </p:cNvSpPr>
          <p:nvPr>
            <p:ph type="dt" sz="half" idx="10"/>
          </p:nvPr>
        </p:nvSpPr>
        <p:spPr/>
        <p:txBody>
          <a:bodyPr/>
          <a:lstStyle>
            <a:lvl1pPr>
              <a:defRPr/>
            </a:lvl1pPr>
          </a:lstStyle>
          <a:p>
            <a:pPr>
              <a:defRPr/>
            </a:pPr>
            <a:fld id="{A8D4C295-B404-4912-9E5B-1ADA4311B816}" type="datetime1">
              <a:rPr lang="pt-BR"/>
              <a:pPr>
                <a:defRPr/>
              </a:pPr>
              <a:t>03/05/2026</a:t>
            </a:fld>
            <a:endParaRPr lang="pt-BR"/>
          </a:p>
        </p:txBody>
      </p:sp>
      <p:sp>
        <p:nvSpPr>
          <p:cNvPr id="5" name="Espaço Reservado para Rodapé 4">
            <a:extLst>
              <a:ext uri="{FF2B5EF4-FFF2-40B4-BE49-F238E27FC236}">
                <a16:creationId xmlns:a16="http://schemas.microsoft.com/office/drawing/2014/main" id="{6BD388D3-9C58-5023-C541-664C38D7AFEA}"/>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AB7CF3E2-409E-959A-59D9-331ED9E847DF}"/>
              </a:ext>
            </a:extLst>
          </p:cNvPr>
          <p:cNvSpPr>
            <a:spLocks noGrp="1"/>
          </p:cNvSpPr>
          <p:nvPr>
            <p:ph type="sldNum" sz="quarter" idx="12"/>
          </p:nvPr>
        </p:nvSpPr>
        <p:spPr/>
        <p:txBody>
          <a:bodyPr/>
          <a:lstStyle>
            <a:lvl1pPr>
              <a:defRPr/>
            </a:lvl1pPr>
          </a:lstStyle>
          <a:p>
            <a:fld id="{776D81FC-4D17-4782-82E0-BB162F900D04}" type="slidenum">
              <a:rPr lang="pt-BR" altLang="pt-BR"/>
              <a:pPr/>
              <a:t>‹nº›</a:t>
            </a:fld>
            <a:endParaRPr lang="pt-BR" altLang="pt-BR"/>
          </a:p>
        </p:txBody>
      </p:sp>
    </p:spTree>
    <p:extLst>
      <p:ext uri="{BB962C8B-B14F-4D97-AF65-F5344CB8AC3E}">
        <p14:creationId xmlns:p14="http://schemas.microsoft.com/office/powerpoint/2010/main" val="333276596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a:t>Clique para editar o estilo do título mestre</a:t>
            </a: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B0F6258C-F080-F256-8C0A-6B7ED0718948}"/>
              </a:ext>
            </a:extLst>
          </p:cNvPr>
          <p:cNvSpPr>
            <a:spLocks noGrp="1"/>
          </p:cNvSpPr>
          <p:nvPr>
            <p:ph type="dt" sz="half" idx="10"/>
          </p:nvPr>
        </p:nvSpPr>
        <p:spPr/>
        <p:txBody>
          <a:bodyPr/>
          <a:lstStyle>
            <a:lvl1pPr>
              <a:defRPr/>
            </a:lvl1pPr>
          </a:lstStyle>
          <a:p>
            <a:pPr>
              <a:defRPr/>
            </a:pPr>
            <a:fld id="{3B74FC8A-4331-4F5F-BBE7-7F6403DBCE07}" type="datetime1">
              <a:rPr lang="pt-BR"/>
              <a:pPr>
                <a:defRPr/>
              </a:pPr>
              <a:t>03/05/2026</a:t>
            </a:fld>
            <a:endParaRPr lang="pt-BR"/>
          </a:p>
        </p:txBody>
      </p:sp>
      <p:sp>
        <p:nvSpPr>
          <p:cNvPr id="5" name="Espaço Reservado para Rodapé 4">
            <a:extLst>
              <a:ext uri="{FF2B5EF4-FFF2-40B4-BE49-F238E27FC236}">
                <a16:creationId xmlns:a16="http://schemas.microsoft.com/office/drawing/2014/main" id="{097F35BB-A306-577B-F1D1-33BB5F2AEC3D}"/>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FC21A276-0574-3834-793B-305C64C5BBDC}"/>
              </a:ext>
            </a:extLst>
          </p:cNvPr>
          <p:cNvSpPr>
            <a:spLocks noGrp="1"/>
          </p:cNvSpPr>
          <p:nvPr>
            <p:ph type="sldNum" sz="quarter" idx="12"/>
          </p:nvPr>
        </p:nvSpPr>
        <p:spPr/>
        <p:txBody>
          <a:bodyPr/>
          <a:lstStyle>
            <a:lvl1pPr>
              <a:defRPr/>
            </a:lvl1pPr>
          </a:lstStyle>
          <a:p>
            <a:fld id="{FAB6F861-314E-42E5-8040-75EA8593DFA4}" type="slidenum">
              <a:rPr lang="pt-BR" altLang="pt-BR"/>
              <a:pPr/>
              <a:t>‹nº›</a:t>
            </a:fld>
            <a:endParaRPr lang="pt-BR" altLang="pt-BR"/>
          </a:p>
        </p:txBody>
      </p:sp>
    </p:spTree>
    <p:extLst>
      <p:ext uri="{BB962C8B-B14F-4D97-AF65-F5344CB8AC3E}">
        <p14:creationId xmlns:p14="http://schemas.microsoft.com/office/powerpoint/2010/main" val="37701334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5D5C8A2-53AC-CA62-F583-FD4EC9936699}"/>
              </a:ext>
            </a:extLst>
          </p:cNvPr>
          <p:cNvSpPr>
            <a:spLocks noGrp="1"/>
          </p:cNvSpPr>
          <p:nvPr>
            <p:ph type="dt" sz="half" idx="10"/>
          </p:nvPr>
        </p:nvSpPr>
        <p:spPr/>
        <p:txBody>
          <a:bodyPr/>
          <a:lstStyle>
            <a:lvl1pPr>
              <a:defRPr/>
            </a:lvl1pPr>
          </a:lstStyle>
          <a:p>
            <a:pPr>
              <a:defRPr/>
            </a:pPr>
            <a:fld id="{DE20222E-BED3-42B3-8D9E-9C88D5B8CF73}" type="datetime1">
              <a:rPr lang="pt-BR"/>
              <a:pPr>
                <a:defRPr/>
              </a:pPr>
              <a:t>03/05/2026</a:t>
            </a:fld>
            <a:endParaRPr lang="pt-BR"/>
          </a:p>
        </p:txBody>
      </p:sp>
      <p:sp>
        <p:nvSpPr>
          <p:cNvPr id="5" name="Espaço Reservado para Rodapé 4">
            <a:extLst>
              <a:ext uri="{FF2B5EF4-FFF2-40B4-BE49-F238E27FC236}">
                <a16:creationId xmlns:a16="http://schemas.microsoft.com/office/drawing/2014/main" id="{8B210AA6-9F42-64A8-FA1E-7F7CA66357EF}"/>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80C8BDE3-4C87-74B1-8D39-100723451BE4}"/>
              </a:ext>
            </a:extLst>
          </p:cNvPr>
          <p:cNvSpPr>
            <a:spLocks noGrp="1"/>
          </p:cNvSpPr>
          <p:nvPr>
            <p:ph type="sldNum" sz="quarter" idx="12"/>
          </p:nvPr>
        </p:nvSpPr>
        <p:spPr/>
        <p:txBody>
          <a:bodyPr/>
          <a:lstStyle>
            <a:lvl1pPr>
              <a:defRPr/>
            </a:lvl1pPr>
          </a:lstStyle>
          <a:p>
            <a:fld id="{3E5FEE64-4672-4CBF-98E2-90E9AE620ADC}" type="slidenum">
              <a:rPr lang="pt-BR" altLang="pt-BR"/>
              <a:pPr/>
              <a:t>‹nº›</a:t>
            </a:fld>
            <a:endParaRPr lang="pt-BR" altLang="pt-BR"/>
          </a:p>
        </p:txBody>
      </p:sp>
    </p:spTree>
    <p:extLst>
      <p:ext uri="{BB962C8B-B14F-4D97-AF65-F5344CB8AC3E}">
        <p14:creationId xmlns:p14="http://schemas.microsoft.com/office/powerpoint/2010/main" val="2837132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a:t>Clique para editar o estilo do título mestre</a:t>
            </a: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do texto mestre</a:t>
            </a:r>
          </a:p>
        </p:txBody>
      </p:sp>
      <p:sp>
        <p:nvSpPr>
          <p:cNvPr id="4" name="Espaço Reservado para Data 3">
            <a:extLst>
              <a:ext uri="{FF2B5EF4-FFF2-40B4-BE49-F238E27FC236}">
                <a16:creationId xmlns:a16="http://schemas.microsoft.com/office/drawing/2014/main" id="{F3BAFADD-E116-3813-F14C-D96C67DCA755}"/>
              </a:ext>
            </a:extLst>
          </p:cNvPr>
          <p:cNvSpPr>
            <a:spLocks noGrp="1"/>
          </p:cNvSpPr>
          <p:nvPr>
            <p:ph type="dt" sz="half" idx="10"/>
          </p:nvPr>
        </p:nvSpPr>
        <p:spPr/>
        <p:txBody>
          <a:bodyPr/>
          <a:lstStyle>
            <a:lvl1pPr>
              <a:defRPr/>
            </a:lvl1pPr>
          </a:lstStyle>
          <a:p>
            <a:pPr>
              <a:defRPr/>
            </a:pPr>
            <a:fld id="{E9D2FE0A-F42D-4613-8990-2858543CF18B}" type="datetime1">
              <a:rPr lang="pt-BR"/>
              <a:pPr>
                <a:defRPr/>
              </a:pPr>
              <a:t>03/05/2026</a:t>
            </a:fld>
            <a:endParaRPr lang="pt-BR"/>
          </a:p>
        </p:txBody>
      </p:sp>
      <p:sp>
        <p:nvSpPr>
          <p:cNvPr id="5" name="Espaço Reservado para Rodapé 4">
            <a:extLst>
              <a:ext uri="{FF2B5EF4-FFF2-40B4-BE49-F238E27FC236}">
                <a16:creationId xmlns:a16="http://schemas.microsoft.com/office/drawing/2014/main" id="{4772B99C-DA70-4452-617E-B803CE3F2F03}"/>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12532A5D-588B-12AF-3C87-4BC2B523E52A}"/>
              </a:ext>
            </a:extLst>
          </p:cNvPr>
          <p:cNvSpPr>
            <a:spLocks noGrp="1"/>
          </p:cNvSpPr>
          <p:nvPr>
            <p:ph type="sldNum" sz="quarter" idx="12"/>
          </p:nvPr>
        </p:nvSpPr>
        <p:spPr/>
        <p:txBody>
          <a:bodyPr/>
          <a:lstStyle>
            <a:lvl1pPr>
              <a:defRPr/>
            </a:lvl1pPr>
          </a:lstStyle>
          <a:p>
            <a:fld id="{539E383E-F854-4FC5-B1D4-E17A065BDBE4}" type="slidenum">
              <a:rPr lang="pt-BR" altLang="pt-BR"/>
              <a:pPr/>
              <a:t>‹nº›</a:t>
            </a:fld>
            <a:endParaRPr lang="pt-BR" altLang="pt-BR"/>
          </a:p>
        </p:txBody>
      </p:sp>
    </p:spTree>
    <p:extLst>
      <p:ext uri="{BB962C8B-B14F-4D97-AF65-F5344CB8AC3E}">
        <p14:creationId xmlns:p14="http://schemas.microsoft.com/office/powerpoint/2010/main" val="40929611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3">
            <a:extLst>
              <a:ext uri="{FF2B5EF4-FFF2-40B4-BE49-F238E27FC236}">
                <a16:creationId xmlns:a16="http://schemas.microsoft.com/office/drawing/2014/main" id="{D9A8BD7D-F933-AE29-B646-FAE86B057232}"/>
              </a:ext>
            </a:extLst>
          </p:cNvPr>
          <p:cNvSpPr>
            <a:spLocks noGrp="1"/>
          </p:cNvSpPr>
          <p:nvPr>
            <p:ph type="dt" sz="half" idx="10"/>
          </p:nvPr>
        </p:nvSpPr>
        <p:spPr/>
        <p:txBody>
          <a:bodyPr/>
          <a:lstStyle>
            <a:lvl1pPr>
              <a:defRPr/>
            </a:lvl1pPr>
          </a:lstStyle>
          <a:p>
            <a:pPr>
              <a:defRPr/>
            </a:pPr>
            <a:fld id="{58994855-5134-4E65-A870-714E7216138E}" type="datetime1">
              <a:rPr lang="pt-BR"/>
              <a:pPr>
                <a:defRPr/>
              </a:pPr>
              <a:t>03/05/2026</a:t>
            </a:fld>
            <a:endParaRPr lang="pt-BR"/>
          </a:p>
        </p:txBody>
      </p:sp>
      <p:sp>
        <p:nvSpPr>
          <p:cNvPr id="6" name="Espaço Reservado para Rodapé 4">
            <a:extLst>
              <a:ext uri="{FF2B5EF4-FFF2-40B4-BE49-F238E27FC236}">
                <a16:creationId xmlns:a16="http://schemas.microsoft.com/office/drawing/2014/main" id="{C3B50F00-45B8-9552-8693-4FFCFFFFA771}"/>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71FB1C2F-656F-4D3D-C2AC-A27221D3F00D}"/>
              </a:ext>
            </a:extLst>
          </p:cNvPr>
          <p:cNvSpPr>
            <a:spLocks noGrp="1"/>
          </p:cNvSpPr>
          <p:nvPr>
            <p:ph type="sldNum" sz="quarter" idx="12"/>
          </p:nvPr>
        </p:nvSpPr>
        <p:spPr/>
        <p:txBody>
          <a:bodyPr/>
          <a:lstStyle>
            <a:lvl1pPr>
              <a:defRPr/>
            </a:lvl1pPr>
          </a:lstStyle>
          <a:p>
            <a:fld id="{4BAAC4AF-202B-454F-B3F8-9BD695A09EFA}" type="slidenum">
              <a:rPr lang="pt-BR" altLang="pt-BR"/>
              <a:pPr/>
              <a:t>‹nº›</a:t>
            </a:fld>
            <a:endParaRPr lang="pt-BR" altLang="pt-BR"/>
          </a:p>
        </p:txBody>
      </p:sp>
    </p:spTree>
    <p:extLst>
      <p:ext uri="{BB962C8B-B14F-4D97-AF65-F5344CB8AC3E}">
        <p14:creationId xmlns:p14="http://schemas.microsoft.com/office/powerpoint/2010/main" val="12404374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3">
            <a:extLst>
              <a:ext uri="{FF2B5EF4-FFF2-40B4-BE49-F238E27FC236}">
                <a16:creationId xmlns:a16="http://schemas.microsoft.com/office/drawing/2014/main" id="{FE89A182-EFC0-ACA6-75ED-8CA1FD5FFCA0}"/>
              </a:ext>
            </a:extLst>
          </p:cNvPr>
          <p:cNvSpPr>
            <a:spLocks noGrp="1"/>
          </p:cNvSpPr>
          <p:nvPr>
            <p:ph type="dt" sz="half" idx="10"/>
          </p:nvPr>
        </p:nvSpPr>
        <p:spPr/>
        <p:txBody>
          <a:bodyPr/>
          <a:lstStyle>
            <a:lvl1pPr>
              <a:defRPr/>
            </a:lvl1pPr>
          </a:lstStyle>
          <a:p>
            <a:pPr>
              <a:defRPr/>
            </a:pPr>
            <a:fld id="{EC4880B3-E4C0-46A2-B499-9DF5827269E1}" type="datetime1">
              <a:rPr lang="pt-BR"/>
              <a:pPr>
                <a:defRPr/>
              </a:pPr>
              <a:t>03/05/2026</a:t>
            </a:fld>
            <a:endParaRPr lang="pt-BR"/>
          </a:p>
        </p:txBody>
      </p:sp>
      <p:sp>
        <p:nvSpPr>
          <p:cNvPr id="8" name="Espaço Reservado para Rodapé 4">
            <a:extLst>
              <a:ext uri="{FF2B5EF4-FFF2-40B4-BE49-F238E27FC236}">
                <a16:creationId xmlns:a16="http://schemas.microsoft.com/office/drawing/2014/main" id="{CE31EBCC-FB82-3EC7-E90D-915F84680889}"/>
              </a:ext>
            </a:extLst>
          </p:cNvPr>
          <p:cNvSpPr>
            <a:spLocks noGrp="1"/>
          </p:cNvSpPr>
          <p:nvPr>
            <p:ph type="ftr" sz="quarter" idx="11"/>
          </p:nvPr>
        </p:nvSpPr>
        <p:spPr/>
        <p:txBody>
          <a:bodyPr/>
          <a:lstStyle>
            <a:lvl1pPr>
              <a:defRPr/>
            </a:lvl1pPr>
          </a:lstStyle>
          <a:p>
            <a:pPr>
              <a:defRPr/>
            </a:pPr>
            <a:endParaRPr lang="pt-BR"/>
          </a:p>
        </p:txBody>
      </p:sp>
      <p:sp>
        <p:nvSpPr>
          <p:cNvPr id="9" name="Espaço Reservado para Número de Slide 5">
            <a:extLst>
              <a:ext uri="{FF2B5EF4-FFF2-40B4-BE49-F238E27FC236}">
                <a16:creationId xmlns:a16="http://schemas.microsoft.com/office/drawing/2014/main" id="{1DDEA1F9-CD5F-D820-65EA-0624D6DCAEE4}"/>
              </a:ext>
            </a:extLst>
          </p:cNvPr>
          <p:cNvSpPr>
            <a:spLocks noGrp="1"/>
          </p:cNvSpPr>
          <p:nvPr>
            <p:ph type="sldNum" sz="quarter" idx="12"/>
          </p:nvPr>
        </p:nvSpPr>
        <p:spPr/>
        <p:txBody>
          <a:bodyPr/>
          <a:lstStyle>
            <a:lvl1pPr>
              <a:defRPr/>
            </a:lvl1pPr>
          </a:lstStyle>
          <a:p>
            <a:fld id="{2699C51E-7565-44F9-B7F2-EC9D806C2CFC}" type="slidenum">
              <a:rPr lang="pt-BR" altLang="pt-BR"/>
              <a:pPr/>
              <a:t>‹nº›</a:t>
            </a:fld>
            <a:endParaRPr lang="pt-BR" altLang="pt-BR"/>
          </a:p>
        </p:txBody>
      </p:sp>
    </p:spTree>
    <p:extLst>
      <p:ext uri="{BB962C8B-B14F-4D97-AF65-F5344CB8AC3E}">
        <p14:creationId xmlns:p14="http://schemas.microsoft.com/office/powerpoint/2010/main" val="423623537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Data 3">
            <a:extLst>
              <a:ext uri="{FF2B5EF4-FFF2-40B4-BE49-F238E27FC236}">
                <a16:creationId xmlns:a16="http://schemas.microsoft.com/office/drawing/2014/main" id="{5105C222-2E3F-B4B7-DF13-8343E9DBEE8C}"/>
              </a:ext>
            </a:extLst>
          </p:cNvPr>
          <p:cNvSpPr>
            <a:spLocks noGrp="1"/>
          </p:cNvSpPr>
          <p:nvPr>
            <p:ph type="dt" sz="half" idx="10"/>
          </p:nvPr>
        </p:nvSpPr>
        <p:spPr/>
        <p:txBody>
          <a:bodyPr/>
          <a:lstStyle>
            <a:lvl1pPr>
              <a:defRPr/>
            </a:lvl1pPr>
          </a:lstStyle>
          <a:p>
            <a:pPr>
              <a:defRPr/>
            </a:pPr>
            <a:fld id="{2458AB49-CB05-4E8C-938F-9373F21FF6CE}" type="datetime1">
              <a:rPr lang="pt-BR"/>
              <a:pPr>
                <a:defRPr/>
              </a:pPr>
              <a:t>03/05/2026</a:t>
            </a:fld>
            <a:endParaRPr lang="pt-BR"/>
          </a:p>
        </p:txBody>
      </p:sp>
      <p:sp>
        <p:nvSpPr>
          <p:cNvPr id="4" name="Espaço Reservado para Rodapé 4">
            <a:extLst>
              <a:ext uri="{FF2B5EF4-FFF2-40B4-BE49-F238E27FC236}">
                <a16:creationId xmlns:a16="http://schemas.microsoft.com/office/drawing/2014/main" id="{9E53B8F3-8847-DAE2-5AE9-AD15A421D274}"/>
              </a:ext>
            </a:extLst>
          </p:cNvPr>
          <p:cNvSpPr>
            <a:spLocks noGrp="1"/>
          </p:cNvSpPr>
          <p:nvPr>
            <p:ph type="ftr" sz="quarter" idx="11"/>
          </p:nvPr>
        </p:nvSpPr>
        <p:spPr/>
        <p:txBody>
          <a:bodyPr/>
          <a:lstStyle>
            <a:lvl1pPr>
              <a:defRPr/>
            </a:lvl1pPr>
          </a:lstStyle>
          <a:p>
            <a:pPr>
              <a:defRPr/>
            </a:pPr>
            <a:endParaRPr lang="pt-BR"/>
          </a:p>
        </p:txBody>
      </p:sp>
      <p:sp>
        <p:nvSpPr>
          <p:cNvPr id="5" name="Espaço Reservado para Número de Slide 5">
            <a:extLst>
              <a:ext uri="{FF2B5EF4-FFF2-40B4-BE49-F238E27FC236}">
                <a16:creationId xmlns:a16="http://schemas.microsoft.com/office/drawing/2014/main" id="{40121185-58EA-3536-DE00-AB753B9CC6A1}"/>
              </a:ext>
            </a:extLst>
          </p:cNvPr>
          <p:cNvSpPr>
            <a:spLocks noGrp="1"/>
          </p:cNvSpPr>
          <p:nvPr>
            <p:ph type="sldNum" sz="quarter" idx="12"/>
          </p:nvPr>
        </p:nvSpPr>
        <p:spPr/>
        <p:txBody>
          <a:bodyPr/>
          <a:lstStyle>
            <a:lvl1pPr>
              <a:defRPr/>
            </a:lvl1pPr>
          </a:lstStyle>
          <a:p>
            <a:fld id="{5F027C34-A8E1-4266-A65A-D86FFDF8A4D8}" type="slidenum">
              <a:rPr lang="pt-BR" altLang="pt-BR"/>
              <a:pPr/>
              <a:t>‹nº›</a:t>
            </a:fld>
            <a:endParaRPr lang="pt-BR" altLang="pt-BR"/>
          </a:p>
        </p:txBody>
      </p:sp>
    </p:spTree>
    <p:extLst>
      <p:ext uri="{BB962C8B-B14F-4D97-AF65-F5344CB8AC3E}">
        <p14:creationId xmlns:p14="http://schemas.microsoft.com/office/powerpoint/2010/main" val="11147855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3">
            <a:extLst>
              <a:ext uri="{FF2B5EF4-FFF2-40B4-BE49-F238E27FC236}">
                <a16:creationId xmlns:a16="http://schemas.microsoft.com/office/drawing/2014/main" id="{2DD7E000-6A40-6C9A-F50A-088149D9D0DA}"/>
              </a:ext>
            </a:extLst>
          </p:cNvPr>
          <p:cNvSpPr>
            <a:spLocks noGrp="1"/>
          </p:cNvSpPr>
          <p:nvPr>
            <p:ph type="dt" sz="half" idx="10"/>
          </p:nvPr>
        </p:nvSpPr>
        <p:spPr/>
        <p:txBody>
          <a:bodyPr/>
          <a:lstStyle>
            <a:lvl1pPr>
              <a:defRPr/>
            </a:lvl1pPr>
          </a:lstStyle>
          <a:p>
            <a:pPr>
              <a:defRPr/>
            </a:pPr>
            <a:fld id="{04912B3F-2D43-483E-A0D0-F7B7E2650E29}" type="datetime1">
              <a:rPr lang="pt-BR"/>
              <a:pPr>
                <a:defRPr/>
              </a:pPr>
              <a:t>03/05/2026</a:t>
            </a:fld>
            <a:endParaRPr lang="pt-BR"/>
          </a:p>
        </p:txBody>
      </p:sp>
      <p:sp>
        <p:nvSpPr>
          <p:cNvPr id="3" name="Espaço Reservado para Rodapé 4">
            <a:extLst>
              <a:ext uri="{FF2B5EF4-FFF2-40B4-BE49-F238E27FC236}">
                <a16:creationId xmlns:a16="http://schemas.microsoft.com/office/drawing/2014/main" id="{B856D0DF-5A95-D361-35A5-11F8E057E85F}"/>
              </a:ext>
            </a:extLst>
          </p:cNvPr>
          <p:cNvSpPr>
            <a:spLocks noGrp="1"/>
          </p:cNvSpPr>
          <p:nvPr>
            <p:ph type="ftr" sz="quarter" idx="11"/>
          </p:nvPr>
        </p:nvSpPr>
        <p:spPr/>
        <p:txBody>
          <a:bodyPr/>
          <a:lstStyle>
            <a:lvl1pPr>
              <a:defRPr/>
            </a:lvl1pPr>
          </a:lstStyle>
          <a:p>
            <a:pPr>
              <a:defRPr/>
            </a:pPr>
            <a:endParaRPr lang="pt-BR"/>
          </a:p>
        </p:txBody>
      </p:sp>
      <p:sp>
        <p:nvSpPr>
          <p:cNvPr id="4" name="Espaço Reservado para Número de Slide 5">
            <a:extLst>
              <a:ext uri="{FF2B5EF4-FFF2-40B4-BE49-F238E27FC236}">
                <a16:creationId xmlns:a16="http://schemas.microsoft.com/office/drawing/2014/main" id="{CFE0AFC4-5991-DB77-ED29-D08F7BC9EFD9}"/>
              </a:ext>
            </a:extLst>
          </p:cNvPr>
          <p:cNvSpPr>
            <a:spLocks noGrp="1"/>
          </p:cNvSpPr>
          <p:nvPr>
            <p:ph type="sldNum" sz="quarter" idx="12"/>
          </p:nvPr>
        </p:nvSpPr>
        <p:spPr/>
        <p:txBody>
          <a:bodyPr/>
          <a:lstStyle>
            <a:lvl1pPr>
              <a:defRPr/>
            </a:lvl1pPr>
          </a:lstStyle>
          <a:p>
            <a:fld id="{FD0B7AFA-2F3B-45F0-B224-006E04C8C308}" type="slidenum">
              <a:rPr lang="pt-BR" altLang="pt-BR"/>
              <a:pPr/>
              <a:t>‹nº›</a:t>
            </a:fld>
            <a:endParaRPr lang="pt-BR" altLang="pt-BR"/>
          </a:p>
        </p:txBody>
      </p:sp>
    </p:spTree>
    <p:extLst>
      <p:ext uri="{BB962C8B-B14F-4D97-AF65-F5344CB8AC3E}">
        <p14:creationId xmlns:p14="http://schemas.microsoft.com/office/powerpoint/2010/main" val="13002796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a:t>Clique para editar o estilo do título mestre</a:t>
            </a: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3">
            <a:extLst>
              <a:ext uri="{FF2B5EF4-FFF2-40B4-BE49-F238E27FC236}">
                <a16:creationId xmlns:a16="http://schemas.microsoft.com/office/drawing/2014/main" id="{749B6874-D813-0316-2A62-0FC53639DFF4}"/>
              </a:ext>
            </a:extLst>
          </p:cNvPr>
          <p:cNvSpPr>
            <a:spLocks noGrp="1"/>
          </p:cNvSpPr>
          <p:nvPr>
            <p:ph type="dt" sz="half" idx="10"/>
          </p:nvPr>
        </p:nvSpPr>
        <p:spPr/>
        <p:txBody>
          <a:bodyPr/>
          <a:lstStyle>
            <a:lvl1pPr>
              <a:defRPr/>
            </a:lvl1pPr>
          </a:lstStyle>
          <a:p>
            <a:pPr>
              <a:defRPr/>
            </a:pPr>
            <a:fld id="{5D3A5B78-B2B3-4977-8841-DCE4DA2FE9D4}" type="datetime1">
              <a:rPr lang="pt-BR"/>
              <a:pPr>
                <a:defRPr/>
              </a:pPr>
              <a:t>03/05/2026</a:t>
            </a:fld>
            <a:endParaRPr lang="pt-BR"/>
          </a:p>
        </p:txBody>
      </p:sp>
      <p:sp>
        <p:nvSpPr>
          <p:cNvPr id="6" name="Espaço Reservado para Rodapé 4">
            <a:extLst>
              <a:ext uri="{FF2B5EF4-FFF2-40B4-BE49-F238E27FC236}">
                <a16:creationId xmlns:a16="http://schemas.microsoft.com/office/drawing/2014/main" id="{ECE0424C-CB07-5F05-82E3-33C9A9D3A667}"/>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E30E4F02-DFED-0B48-7C2F-AB38513CD8E8}"/>
              </a:ext>
            </a:extLst>
          </p:cNvPr>
          <p:cNvSpPr>
            <a:spLocks noGrp="1"/>
          </p:cNvSpPr>
          <p:nvPr>
            <p:ph type="sldNum" sz="quarter" idx="12"/>
          </p:nvPr>
        </p:nvSpPr>
        <p:spPr/>
        <p:txBody>
          <a:bodyPr/>
          <a:lstStyle>
            <a:lvl1pPr>
              <a:defRPr/>
            </a:lvl1pPr>
          </a:lstStyle>
          <a:p>
            <a:fld id="{4AC68356-B210-4B1B-B21C-94DFD60537C8}" type="slidenum">
              <a:rPr lang="pt-BR" altLang="pt-BR"/>
              <a:pPr/>
              <a:t>‹nº›</a:t>
            </a:fld>
            <a:endParaRPr lang="pt-BR" altLang="pt-BR"/>
          </a:p>
        </p:txBody>
      </p:sp>
    </p:spTree>
    <p:extLst>
      <p:ext uri="{BB962C8B-B14F-4D97-AF65-F5344CB8AC3E}">
        <p14:creationId xmlns:p14="http://schemas.microsoft.com/office/powerpoint/2010/main" val="8285149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a:t>Clique para editar o estilo do título mestre</a:t>
            </a:r>
          </a:p>
        </p:txBody>
      </p:sp>
      <p:sp>
        <p:nvSpPr>
          <p:cNvPr id="3" name="Espaço Reservado para Imagem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t-BR" noProof="0"/>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3">
            <a:extLst>
              <a:ext uri="{FF2B5EF4-FFF2-40B4-BE49-F238E27FC236}">
                <a16:creationId xmlns:a16="http://schemas.microsoft.com/office/drawing/2014/main" id="{18E701F5-87CA-AD3F-3A57-787FBCABA834}"/>
              </a:ext>
            </a:extLst>
          </p:cNvPr>
          <p:cNvSpPr>
            <a:spLocks noGrp="1"/>
          </p:cNvSpPr>
          <p:nvPr>
            <p:ph type="dt" sz="half" idx="10"/>
          </p:nvPr>
        </p:nvSpPr>
        <p:spPr/>
        <p:txBody>
          <a:bodyPr/>
          <a:lstStyle>
            <a:lvl1pPr>
              <a:defRPr/>
            </a:lvl1pPr>
          </a:lstStyle>
          <a:p>
            <a:pPr>
              <a:defRPr/>
            </a:pPr>
            <a:fld id="{C08796EC-1A56-4E27-B34B-F414153E6689}" type="datetime1">
              <a:rPr lang="pt-BR"/>
              <a:pPr>
                <a:defRPr/>
              </a:pPr>
              <a:t>03/05/2026</a:t>
            </a:fld>
            <a:endParaRPr lang="pt-BR"/>
          </a:p>
        </p:txBody>
      </p:sp>
      <p:sp>
        <p:nvSpPr>
          <p:cNvPr id="6" name="Espaço Reservado para Rodapé 4">
            <a:extLst>
              <a:ext uri="{FF2B5EF4-FFF2-40B4-BE49-F238E27FC236}">
                <a16:creationId xmlns:a16="http://schemas.microsoft.com/office/drawing/2014/main" id="{A0C05CE9-5227-23A8-DB6C-99F083FB384B}"/>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592F461D-9CDD-51D0-7D58-1525DF451563}"/>
              </a:ext>
            </a:extLst>
          </p:cNvPr>
          <p:cNvSpPr>
            <a:spLocks noGrp="1"/>
          </p:cNvSpPr>
          <p:nvPr>
            <p:ph type="sldNum" sz="quarter" idx="12"/>
          </p:nvPr>
        </p:nvSpPr>
        <p:spPr/>
        <p:txBody>
          <a:bodyPr/>
          <a:lstStyle>
            <a:lvl1pPr>
              <a:defRPr/>
            </a:lvl1pPr>
          </a:lstStyle>
          <a:p>
            <a:fld id="{AB594496-0A94-4BB6-AD18-8DF9EC8A3BD4}" type="slidenum">
              <a:rPr lang="pt-BR" altLang="pt-BR"/>
              <a:pPr/>
              <a:t>‹nº›</a:t>
            </a:fld>
            <a:endParaRPr lang="pt-BR" altLang="pt-BR"/>
          </a:p>
        </p:txBody>
      </p:sp>
    </p:spTree>
    <p:extLst>
      <p:ext uri="{BB962C8B-B14F-4D97-AF65-F5344CB8AC3E}">
        <p14:creationId xmlns:p14="http://schemas.microsoft.com/office/powerpoint/2010/main" val="1759986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06BF47C-A5DE-E294-D4AB-E839E3F23382}"/>
              </a:ext>
            </a:extLst>
          </p:cNvPr>
          <p:cNvSpPr>
            <a:spLocks noGrp="1"/>
          </p:cNvSpPr>
          <p:nvPr>
            <p:ph type="dt" sz="half" idx="10"/>
          </p:nvPr>
        </p:nvSpPr>
        <p:spPr/>
        <p:txBody>
          <a:bodyPr/>
          <a:lstStyle>
            <a:lvl1pPr>
              <a:defRPr/>
            </a:lvl1pPr>
          </a:lstStyle>
          <a:p>
            <a:pPr>
              <a:defRPr/>
            </a:pPr>
            <a:fld id="{4AFD2755-7E05-4D3C-AED7-16850882E7F4}" type="datetime1">
              <a:rPr lang="pt-BR"/>
              <a:pPr>
                <a:defRPr/>
              </a:pPr>
              <a:t>03/05/2026</a:t>
            </a:fld>
            <a:endParaRPr lang="pt-BR"/>
          </a:p>
        </p:txBody>
      </p:sp>
      <p:sp>
        <p:nvSpPr>
          <p:cNvPr id="5" name="Espaço Reservado para Rodapé 4">
            <a:extLst>
              <a:ext uri="{FF2B5EF4-FFF2-40B4-BE49-F238E27FC236}">
                <a16:creationId xmlns:a16="http://schemas.microsoft.com/office/drawing/2014/main" id="{ED6A67F4-35EC-4459-11A6-56B4B2562CA4}"/>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3441AFC4-851A-23D0-75A2-588FE02ADF6E}"/>
              </a:ext>
            </a:extLst>
          </p:cNvPr>
          <p:cNvSpPr>
            <a:spLocks noGrp="1"/>
          </p:cNvSpPr>
          <p:nvPr>
            <p:ph type="sldNum" sz="quarter" idx="12"/>
          </p:nvPr>
        </p:nvSpPr>
        <p:spPr/>
        <p:txBody>
          <a:bodyPr/>
          <a:lstStyle>
            <a:lvl1pPr>
              <a:defRPr/>
            </a:lvl1pPr>
          </a:lstStyle>
          <a:p>
            <a:fld id="{F52B2584-4AB1-4386-A52C-DC958B84B1A2}" type="slidenum">
              <a:rPr lang="pt-BR" altLang="pt-BR"/>
              <a:pPr/>
              <a:t>‹nº›</a:t>
            </a:fld>
            <a:endParaRPr lang="pt-BR" altLang="pt-BR"/>
          </a:p>
        </p:txBody>
      </p:sp>
    </p:spTree>
    <p:extLst>
      <p:ext uri="{BB962C8B-B14F-4D97-AF65-F5344CB8AC3E}">
        <p14:creationId xmlns:p14="http://schemas.microsoft.com/office/powerpoint/2010/main" val="369948521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1CCCC4F-3A3A-EF3B-4106-30A461ECF518}"/>
              </a:ext>
            </a:extLst>
          </p:cNvPr>
          <p:cNvSpPr>
            <a:spLocks noGrp="1"/>
          </p:cNvSpPr>
          <p:nvPr>
            <p:ph type="dt" sz="half" idx="10"/>
          </p:nvPr>
        </p:nvSpPr>
        <p:spPr/>
        <p:txBody>
          <a:bodyPr/>
          <a:lstStyle>
            <a:lvl1pPr>
              <a:defRPr/>
            </a:lvl1pPr>
          </a:lstStyle>
          <a:p>
            <a:pPr>
              <a:defRPr/>
            </a:pPr>
            <a:fld id="{3A44149E-F92D-4A21-BEFE-DF9839F44CED}" type="datetime1">
              <a:rPr lang="pt-BR"/>
              <a:pPr>
                <a:defRPr/>
              </a:pPr>
              <a:t>03/05/2026</a:t>
            </a:fld>
            <a:endParaRPr lang="pt-BR"/>
          </a:p>
        </p:txBody>
      </p:sp>
      <p:sp>
        <p:nvSpPr>
          <p:cNvPr id="5" name="Espaço Reservado para Rodapé 4">
            <a:extLst>
              <a:ext uri="{FF2B5EF4-FFF2-40B4-BE49-F238E27FC236}">
                <a16:creationId xmlns:a16="http://schemas.microsoft.com/office/drawing/2014/main" id="{F0F382D3-F6C0-B37B-FF3F-B396D0BF7723}"/>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A868B0A1-FE8F-9E07-F62A-9B7A7927F4BD}"/>
              </a:ext>
            </a:extLst>
          </p:cNvPr>
          <p:cNvSpPr>
            <a:spLocks noGrp="1"/>
          </p:cNvSpPr>
          <p:nvPr>
            <p:ph type="sldNum" sz="quarter" idx="12"/>
          </p:nvPr>
        </p:nvSpPr>
        <p:spPr/>
        <p:txBody>
          <a:bodyPr/>
          <a:lstStyle>
            <a:lvl1pPr>
              <a:defRPr/>
            </a:lvl1pPr>
          </a:lstStyle>
          <a:p>
            <a:fld id="{A72F54CE-5D71-41C5-B054-2B0470DEFC59}" type="slidenum">
              <a:rPr lang="pt-BR" altLang="pt-BR"/>
              <a:pPr/>
              <a:t>‹nº›</a:t>
            </a:fld>
            <a:endParaRPr lang="pt-BR" altLang="pt-BR"/>
          </a:p>
        </p:txBody>
      </p:sp>
    </p:spTree>
    <p:extLst>
      <p:ext uri="{BB962C8B-B14F-4D97-AF65-F5344CB8AC3E}">
        <p14:creationId xmlns:p14="http://schemas.microsoft.com/office/powerpoint/2010/main" val="398106885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a:t>Clique para editar o estilo do título mestre</a:t>
            </a: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22437611-B5F3-3DCB-C1C7-83DA7364BC9F}"/>
              </a:ext>
            </a:extLst>
          </p:cNvPr>
          <p:cNvSpPr>
            <a:spLocks noGrp="1"/>
          </p:cNvSpPr>
          <p:nvPr>
            <p:ph type="dt" sz="half" idx="10"/>
          </p:nvPr>
        </p:nvSpPr>
        <p:spPr/>
        <p:txBody>
          <a:bodyPr/>
          <a:lstStyle>
            <a:lvl1pPr>
              <a:defRPr/>
            </a:lvl1pPr>
          </a:lstStyle>
          <a:p>
            <a:pPr>
              <a:defRPr/>
            </a:pPr>
            <a:fld id="{F3C43302-10C8-4D52-9433-BF704FBB4FA5}" type="datetime1">
              <a:rPr lang="pt-BR"/>
              <a:pPr>
                <a:defRPr/>
              </a:pPr>
              <a:t>03/05/2026</a:t>
            </a:fld>
            <a:endParaRPr lang="pt-BR"/>
          </a:p>
        </p:txBody>
      </p:sp>
      <p:sp>
        <p:nvSpPr>
          <p:cNvPr id="5" name="Espaço Reservado para Rodapé 4">
            <a:extLst>
              <a:ext uri="{FF2B5EF4-FFF2-40B4-BE49-F238E27FC236}">
                <a16:creationId xmlns:a16="http://schemas.microsoft.com/office/drawing/2014/main" id="{5C05040F-7305-4DE5-54F4-F4848F0FD852}"/>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B9E81A75-0CEC-5C61-F692-E821410FD6C2}"/>
              </a:ext>
            </a:extLst>
          </p:cNvPr>
          <p:cNvSpPr>
            <a:spLocks noGrp="1"/>
          </p:cNvSpPr>
          <p:nvPr>
            <p:ph type="sldNum" sz="quarter" idx="12"/>
          </p:nvPr>
        </p:nvSpPr>
        <p:spPr/>
        <p:txBody>
          <a:bodyPr/>
          <a:lstStyle>
            <a:lvl1pPr>
              <a:defRPr/>
            </a:lvl1pPr>
          </a:lstStyle>
          <a:p>
            <a:fld id="{3CB6978F-046A-4A9F-A6DA-20BBFC7E67C2}" type="slidenum">
              <a:rPr lang="pt-BR" altLang="pt-BR"/>
              <a:pPr/>
              <a:t>‹nº›</a:t>
            </a:fld>
            <a:endParaRPr lang="pt-BR" altLang="pt-BR"/>
          </a:p>
        </p:txBody>
      </p:sp>
    </p:spTree>
    <p:extLst>
      <p:ext uri="{BB962C8B-B14F-4D97-AF65-F5344CB8AC3E}">
        <p14:creationId xmlns:p14="http://schemas.microsoft.com/office/powerpoint/2010/main" val="210006129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1892A71-607C-846B-8073-1764518488E1}"/>
              </a:ext>
            </a:extLst>
          </p:cNvPr>
          <p:cNvSpPr>
            <a:spLocks noGrp="1"/>
          </p:cNvSpPr>
          <p:nvPr>
            <p:ph type="dt" sz="half" idx="10"/>
          </p:nvPr>
        </p:nvSpPr>
        <p:spPr/>
        <p:txBody>
          <a:bodyPr/>
          <a:lstStyle>
            <a:lvl1pPr>
              <a:defRPr/>
            </a:lvl1pPr>
          </a:lstStyle>
          <a:p>
            <a:pPr>
              <a:defRPr/>
            </a:pPr>
            <a:fld id="{8D823D5C-80A3-4580-9890-41976004DD25}" type="datetime1">
              <a:rPr lang="pt-BR"/>
              <a:pPr>
                <a:defRPr/>
              </a:pPr>
              <a:t>03/05/2026</a:t>
            </a:fld>
            <a:endParaRPr lang="pt-BR"/>
          </a:p>
        </p:txBody>
      </p:sp>
      <p:sp>
        <p:nvSpPr>
          <p:cNvPr id="5" name="Espaço Reservado para Rodapé 4">
            <a:extLst>
              <a:ext uri="{FF2B5EF4-FFF2-40B4-BE49-F238E27FC236}">
                <a16:creationId xmlns:a16="http://schemas.microsoft.com/office/drawing/2014/main" id="{25E79A52-EC5E-81F7-AC2A-45244461610E}"/>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FCC9F382-D5D6-9CC9-8DEA-1E6AEEB46312}"/>
              </a:ext>
            </a:extLst>
          </p:cNvPr>
          <p:cNvSpPr>
            <a:spLocks noGrp="1"/>
          </p:cNvSpPr>
          <p:nvPr>
            <p:ph type="sldNum" sz="quarter" idx="12"/>
          </p:nvPr>
        </p:nvSpPr>
        <p:spPr/>
        <p:txBody>
          <a:bodyPr/>
          <a:lstStyle>
            <a:lvl1pPr>
              <a:defRPr/>
            </a:lvl1pPr>
          </a:lstStyle>
          <a:p>
            <a:fld id="{090CBF1E-0384-479D-BE5D-62705DD7F9F4}" type="slidenum">
              <a:rPr lang="pt-BR" altLang="pt-BR"/>
              <a:pPr/>
              <a:t>‹nº›</a:t>
            </a:fld>
            <a:endParaRPr lang="pt-BR" altLang="pt-BR"/>
          </a:p>
        </p:txBody>
      </p:sp>
    </p:spTree>
    <p:extLst>
      <p:ext uri="{BB962C8B-B14F-4D97-AF65-F5344CB8AC3E}">
        <p14:creationId xmlns:p14="http://schemas.microsoft.com/office/powerpoint/2010/main" val="28370441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a:t>Clique para editar o estilo do título mestre</a:t>
            </a: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do texto mestre</a:t>
            </a:r>
          </a:p>
        </p:txBody>
      </p:sp>
      <p:sp>
        <p:nvSpPr>
          <p:cNvPr id="4" name="Espaço Reservado para Data 3">
            <a:extLst>
              <a:ext uri="{FF2B5EF4-FFF2-40B4-BE49-F238E27FC236}">
                <a16:creationId xmlns:a16="http://schemas.microsoft.com/office/drawing/2014/main" id="{1E878BEC-0258-1061-A62A-852F172F75A1}"/>
              </a:ext>
            </a:extLst>
          </p:cNvPr>
          <p:cNvSpPr>
            <a:spLocks noGrp="1"/>
          </p:cNvSpPr>
          <p:nvPr>
            <p:ph type="dt" sz="half" idx="10"/>
          </p:nvPr>
        </p:nvSpPr>
        <p:spPr/>
        <p:txBody>
          <a:bodyPr/>
          <a:lstStyle>
            <a:lvl1pPr>
              <a:defRPr/>
            </a:lvl1pPr>
          </a:lstStyle>
          <a:p>
            <a:pPr>
              <a:defRPr/>
            </a:pPr>
            <a:fld id="{3ACAE5E1-19AE-45C8-A38C-2EBB63E79F3B}" type="datetime1">
              <a:rPr lang="pt-BR"/>
              <a:pPr>
                <a:defRPr/>
              </a:pPr>
              <a:t>03/05/2026</a:t>
            </a:fld>
            <a:endParaRPr lang="pt-BR"/>
          </a:p>
        </p:txBody>
      </p:sp>
      <p:sp>
        <p:nvSpPr>
          <p:cNvPr id="5" name="Espaço Reservado para Rodapé 4">
            <a:extLst>
              <a:ext uri="{FF2B5EF4-FFF2-40B4-BE49-F238E27FC236}">
                <a16:creationId xmlns:a16="http://schemas.microsoft.com/office/drawing/2014/main" id="{D19A14C8-7E29-1853-3A02-0117187BBE93}"/>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748C4924-1C92-B37F-EE5D-C8C0559083CC}"/>
              </a:ext>
            </a:extLst>
          </p:cNvPr>
          <p:cNvSpPr>
            <a:spLocks noGrp="1"/>
          </p:cNvSpPr>
          <p:nvPr>
            <p:ph type="sldNum" sz="quarter" idx="12"/>
          </p:nvPr>
        </p:nvSpPr>
        <p:spPr/>
        <p:txBody>
          <a:bodyPr/>
          <a:lstStyle>
            <a:lvl1pPr>
              <a:defRPr/>
            </a:lvl1pPr>
          </a:lstStyle>
          <a:p>
            <a:fld id="{B85A8C85-41F5-4CF9-A9CB-0D94C59C1018}" type="slidenum">
              <a:rPr lang="pt-BR" altLang="pt-BR"/>
              <a:pPr/>
              <a:t>‹nº›</a:t>
            </a:fld>
            <a:endParaRPr lang="pt-BR" altLang="pt-BR"/>
          </a:p>
        </p:txBody>
      </p:sp>
    </p:spTree>
    <p:extLst>
      <p:ext uri="{BB962C8B-B14F-4D97-AF65-F5344CB8AC3E}">
        <p14:creationId xmlns:p14="http://schemas.microsoft.com/office/powerpoint/2010/main" val="264310113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3">
            <a:extLst>
              <a:ext uri="{FF2B5EF4-FFF2-40B4-BE49-F238E27FC236}">
                <a16:creationId xmlns:a16="http://schemas.microsoft.com/office/drawing/2014/main" id="{522E7BFC-17C1-AEB1-194E-CDDA4416560B}"/>
              </a:ext>
            </a:extLst>
          </p:cNvPr>
          <p:cNvSpPr>
            <a:spLocks noGrp="1"/>
          </p:cNvSpPr>
          <p:nvPr>
            <p:ph type="dt" sz="half" idx="10"/>
          </p:nvPr>
        </p:nvSpPr>
        <p:spPr/>
        <p:txBody>
          <a:bodyPr/>
          <a:lstStyle>
            <a:lvl1pPr>
              <a:defRPr/>
            </a:lvl1pPr>
          </a:lstStyle>
          <a:p>
            <a:pPr>
              <a:defRPr/>
            </a:pPr>
            <a:fld id="{55DB5048-DDF5-4824-B33A-5A0DD06CC50B}" type="datetime1">
              <a:rPr lang="pt-BR"/>
              <a:pPr>
                <a:defRPr/>
              </a:pPr>
              <a:t>03/05/2026</a:t>
            </a:fld>
            <a:endParaRPr lang="pt-BR"/>
          </a:p>
        </p:txBody>
      </p:sp>
      <p:sp>
        <p:nvSpPr>
          <p:cNvPr id="6" name="Espaço Reservado para Rodapé 4">
            <a:extLst>
              <a:ext uri="{FF2B5EF4-FFF2-40B4-BE49-F238E27FC236}">
                <a16:creationId xmlns:a16="http://schemas.microsoft.com/office/drawing/2014/main" id="{A02BF476-D448-8CBD-F7D7-1F816174EF86}"/>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16CF8320-C9E7-B661-D216-316E76989C5C}"/>
              </a:ext>
            </a:extLst>
          </p:cNvPr>
          <p:cNvSpPr>
            <a:spLocks noGrp="1"/>
          </p:cNvSpPr>
          <p:nvPr>
            <p:ph type="sldNum" sz="quarter" idx="12"/>
          </p:nvPr>
        </p:nvSpPr>
        <p:spPr/>
        <p:txBody>
          <a:bodyPr/>
          <a:lstStyle>
            <a:lvl1pPr>
              <a:defRPr/>
            </a:lvl1pPr>
          </a:lstStyle>
          <a:p>
            <a:fld id="{6FBA72DD-B649-48CC-9DCD-562E93BC3C2F}" type="slidenum">
              <a:rPr lang="pt-BR" altLang="pt-BR"/>
              <a:pPr/>
              <a:t>‹nº›</a:t>
            </a:fld>
            <a:endParaRPr lang="pt-BR" altLang="pt-BR"/>
          </a:p>
        </p:txBody>
      </p:sp>
    </p:spTree>
    <p:extLst>
      <p:ext uri="{BB962C8B-B14F-4D97-AF65-F5344CB8AC3E}">
        <p14:creationId xmlns:p14="http://schemas.microsoft.com/office/powerpoint/2010/main" val="321848077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3">
            <a:extLst>
              <a:ext uri="{FF2B5EF4-FFF2-40B4-BE49-F238E27FC236}">
                <a16:creationId xmlns:a16="http://schemas.microsoft.com/office/drawing/2014/main" id="{67D83343-5D2A-CB93-DF4F-4CAC73D9E0D4}"/>
              </a:ext>
            </a:extLst>
          </p:cNvPr>
          <p:cNvSpPr>
            <a:spLocks noGrp="1"/>
          </p:cNvSpPr>
          <p:nvPr>
            <p:ph type="dt" sz="half" idx="10"/>
          </p:nvPr>
        </p:nvSpPr>
        <p:spPr/>
        <p:txBody>
          <a:bodyPr/>
          <a:lstStyle>
            <a:lvl1pPr>
              <a:defRPr/>
            </a:lvl1pPr>
          </a:lstStyle>
          <a:p>
            <a:pPr>
              <a:defRPr/>
            </a:pPr>
            <a:fld id="{389EBDAB-E3F6-46AD-B389-7572F00D0FA7}" type="datetime1">
              <a:rPr lang="pt-BR"/>
              <a:pPr>
                <a:defRPr/>
              </a:pPr>
              <a:t>03/05/2026</a:t>
            </a:fld>
            <a:endParaRPr lang="pt-BR"/>
          </a:p>
        </p:txBody>
      </p:sp>
      <p:sp>
        <p:nvSpPr>
          <p:cNvPr id="8" name="Espaço Reservado para Rodapé 4">
            <a:extLst>
              <a:ext uri="{FF2B5EF4-FFF2-40B4-BE49-F238E27FC236}">
                <a16:creationId xmlns:a16="http://schemas.microsoft.com/office/drawing/2014/main" id="{B9DACF9C-ECB0-08EE-71C2-DA79BC4AD6D3}"/>
              </a:ext>
            </a:extLst>
          </p:cNvPr>
          <p:cNvSpPr>
            <a:spLocks noGrp="1"/>
          </p:cNvSpPr>
          <p:nvPr>
            <p:ph type="ftr" sz="quarter" idx="11"/>
          </p:nvPr>
        </p:nvSpPr>
        <p:spPr/>
        <p:txBody>
          <a:bodyPr/>
          <a:lstStyle>
            <a:lvl1pPr>
              <a:defRPr/>
            </a:lvl1pPr>
          </a:lstStyle>
          <a:p>
            <a:pPr>
              <a:defRPr/>
            </a:pPr>
            <a:endParaRPr lang="pt-BR"/>
          </a:p>
        </p:txBody>
      </p:sp>
      <p:sp>
        <p:nvSpPr>
          <p:cNvPr id="9" name="Espaço Reservado para Número de Slide 5">
            <a:extLst>
              <a:ext uri="{FF2B5EF4-FFF2-40B4-BE49-F238E27FC236}">
                <a16:creationId xmlns:a16="http://schemas.microsoft.com/office/drawing/2014/main" id="{16279867-F135-0850-3FA5-DD69E5870A48}"/>
              </a:ext>
            </a:extLst>
          </p:cNvPr>
          <p:cNvSpPr>
            <a:spLocks noGrp="1"/>
          </p:cNvSpPr>
          <p:nvPr>
            <p:ph type="sldNum" sz="quarter" idx="12"/>
          </p:nvPr>
        </p:nvSpPr>
        <p:spPr/>
        <p:txBody>
          <a:bodyPr/>
          <a:lstStyle>
            <a:lvl1pPr>
              <a:defRPr/>
            </a:lvl1pPr>
          </a:lstStyle>
          <a:p>
            <a:fld id="{87B04939-D208-4437-8A83-CD52B4F05C74}" type="slidenum">
              <a:rPr lang="pt-BR" altLang="pt-BR"/>
              <a:pPr/>
              <a:t>‹nº›</a:t>
            </a:fld>
            <a:endParaRPr lang="pt-BR" altLang="pt-BR"/>
          </a:p>
        </p:txBody>
      </p:sp>
    </p:spTree>
    <p:extLst>
      <p:ext uri="{BB962C8B-B14F-4D97-AF65-F5344CB8AC3E}">
        <p14:creationId xmlns:p14="http://schemas.microsoft.com/office/powerpoint/2010/main" val="321643823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Data 3">
            <a:extLst>
              <a:ext uri="{FF2B5EF4-FFF2-40B4-BE49-F238E27FC236}">
                <a16:creationId xmlns:a16="http://schemas.microsoft.com/office/drawing/2014/main" id="{76EA7259-60C6-9E74-E9A1-F4A7B4ED0560}"/>
              </a:ext>
            </a:extLst>
          </p:cNvPr>
          <p:cNvSpPr>
            <a:spLocks noGrp="1"/>
          </p:cNvSpPr>
          <p:nvPr>
            <p:ph type="dt" sz="half" idx="10"/>
          </p:nvPr>
        </p:nvSpPr>
        <p:spPr/>
        <p:txBody>
          <a:bodyPr/>
          <a:lstStyle>
            <a:lvl1pPr>
              <a:defRPr/>
            </a:lvl1pPr>
          </a:lstStyle>
          <a:p>
            <a:pPr>
              <a:defRPr/>
            </a:pPr>
            <a:fld id="{4A25A1F4-73EA-4F82-9FA0-F2868B14C1C2}" type="datetime1">
              <a:rPr lang="pt-BR"/>
              <a:pPr>
                <a:defRPr/>
              </a:pPr>
              <a:t>03/05/2026</a:t>
            </a:fld>
            <a:endParaRPr lang="pt-BR"/>
          </a:p>
        </p:txBody>
      </p:sp>
      <p:sp>
        <p:nvSpPr>
          <p:cNvPr id="4" name="Espaço Reservado para Rodapé 4">
            <a:extLst>
              <a:ext uri="{FF2B5EF4-FFF2-40B4-BE49-F238E27FC236}">
                <a16:creationId xmlns:a16="http://schemas.microsoft.com/office/drawing/2014/main" id="{C545D99F-EA11-3C56-4990-520356C7C5A5}"/>
              </a:ext>
            </a:extLst>
          </p:cNvPr>
          <p:cNvSpPr>
            <a:spLocks noGrp="1"/>
          </p:cNvSpPr>
          <p:nvPr>
            <p:ph type="ftr" sz="quarter" idx="11"/>
          </p:nvPr>
        </p:nvSpPr>
        <p:spPr/>
        <p:txBody>
          <a:bodyPr/>
          <a:lstStyle>
            <a:lvl1pPr>
              <a:defRPr/>
            </a:lvl1pPr>
          </a:lstStyle>
          <a:p>
            <a:pPr>
              <a:defRPr/>
            </a:pPr>
            <a:endParaRPr lang="pt-BR"/>
          </a:p>
        </p:txBody>
      </p:sp>
      <p:sp>
        <p:nvSpPr>
          <p:cNvPr id="5" name="Espaço Reservado para Número de Slide 5">
            <a:extLst>
              <a:ext uri="{FF2B5EF4-FFF2-40B4-BE49-F238E27FC236}">
                <a16:creationId xmlns:a16="http://schemas.microsoft.com/office/drawing/2014/main" id="{7EA3E025-A830-CF5E-BFEF-44010BEAC5C0}"/>
              </a:ext>
            </a:extLst>
          </p:cNvPr>
          <p:cNvSpPr>
            <a:spLocks noGrp="1"/>
          </p:cNvSpPr>
          <p:nvPr>
            <p:ph type="sldNum" sz="quarter" idx="12"/>
          </p:nvPr>
        </p:nvSpPr>
        <p:spPr/>
        <p:txBody>
          <a:bodyPr/>
          <a:lstStyle>
            <a:lvl1pPr>
              <a:defRPr/>
            </a:lvl1pPr>
          </a:lstStyle>
          <a:p>
            <a:fld id="{B8412EF7-3558-46CD-9A13-BDD7052486D4}" type="slidenum">
              <a:rPr lang="pt-BR" altLang="pt-BR"/>
              <a:pPr/>
              <a:t>‹nº›</a:t>
            </a:fld>
            <a:endParaRPr lang="pt-BR" altLang="pt-BR"/>
          </a:p>
        </p:txBody>
      </p:sp>
    </p:spTree>
    <p:extLst>
      <p:ext uri="{BB962C8B-B14F-4D97-AF65-F5344CB8AC3E}">
        <p14:creationId xmlns:p14="http://schemas.microsoft.com/office/powerpoint/2010/main" val="282444241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3">
            <a:extLst>
              <a:ext uri="{FF2B5EF4-FFF2-40B4-BE49-F238E27FC236}">
                <a16:creationId xmlns:a16="http://schemas.microsoft.com/office/drawing/2014/main" id="{06C3334A-D126-EF52-15FA-99852DDDF1B3}"/>
              </a:ext>
            </a:extLst>
          </p:cNvPr>
          <p:cNvSpPr>
            <a:spLocks noGrp="1"/>
          </p:cNvSpPr>
          <p:nvPr>
            <p:ph type="dt" sz="half" idx="10"/>
          </p:nvPr>
        </p:nvSpPr>
        <p:spPr/>
        <p:txBody>
          <a:bodyPr/>
          <a:lstStyle>
            <a:lvl1pPr>
              <a:defRPr/>
            </a:lvl1pPr>
          </a:lstStyle>
          <a:p>
            <a:pPr>
              <a:defRPr/>
            </a:pPr>
            <a:fld id="{7B45C914-C784-40E7-AEED-CF4AB02EE007}" type="datetime1">
              <a:rPr lang="pt-BR"/>
              <a:pPr>
                <a:defRPr/>
              </a:pPr>
              <a:t>03/05/2026</a:t>
            </a:fld>
            <a:endParaRPr lang="pt-BR"/>
          </a:p>
        </p:txBody>
      </p:sp>
      <p:sp>
        <p:nvSpPr>
          <p:cNvPr id="3" name="Espaço Reservado para Rodapé 4">
            <a:extLst>
              <a:ext uri="{FF2B5EF4-FFF2-40B4-BE49-F238E27FC236}">
                <a16:creationId xmlns:a16="http://schemas.microsoft.com/office/drawing/2014/main" id="{B014EE55-D96E-36C7-341B-CA2C56F839E6}"/>
              </a:ext>
            </a:extLst>
          </p:cNvPr>
          <p:cNvSpPr>
            <a:spLocks noGrp="1"/>
          </p:cNvSpPr>
          <p:nvPr>
            <p:ph type="ftr" sz="quarter" idx="11"/>
          </p:nvPr>
        </p:nvSpPr>
        <p:spPr/>
        <p:txBody>
          <a:bodyPr/>
          <a:lstStyle>
            <a:lvl1pPr>
              <a:defRPr/>
            </a:lvl1pPr>
          </a:lstStyle>
          <a:p>
            <a:pPr>
              <a:defRPr/>
            </a:pPr>
            <a:endParaRPr lang="pt-BR"/>
          </a:p>
        </p:txBody>
      </p:sp>
      <p:sp>
        <p:nvSpPr>
          <p:cNvPr id="4" name="Espaço Reservado para Número de Slide 5">
            <a:extLst>
              <a:ext uri="{FF2B5EF4-FFF2-40B4-BE49-F238E27FC236}">
                <a16:creationId xmlns:a16="http://schemas.microsoft.com/office/drawing/2014/main" id="{EA19A11E-0D7C-F115-00CC-EB863A6A9BF4}"/>
              </a:ext>
            </a:extLst>
          </p:cNvPr>
          <p:cNvSpPr>
            <a:spLocks noGrp="1"/>
          </p:cNvSpPr>
          <p:nvPr>
            <p:ph type="sldNum" sz="quarter" idx="12"/>
          </p:nvPr>
        </p:nvSpPr>
        <p:spPr/>
        <p:txBody>
          <a:bodyPr/>
          <a:lstStyle>
            <a:lvl1pPr>
              <a:defRPr/>
            </a:lvl1pPr>
          </a:lstStyle>
          <a:p>
            <a:fld id="{29E95F92-1FCC-4724-848D-9F7A6DF57CEA}" type="slidenum">
              <a:rPr lang="pt-BR" altLang="pt-BR"/>
              <a:pPr/>
              <a:t>‹nº›</a:t>
            </a:fld>
            <a:endParaRPr lang="pt-BR" altLang="pt-BR"/>
          </a:p>
        </p:txBody>
      </p:sp>
    </p:spTree>
    <p:extLst>
      <p:ext uri="{BB962C8B-B14F-4D97-AF65-F5344CB8AC3E}">
        <p14:creationId xmlns:p14="http://schemas.microsoft.com/office/powerpoint/2010/main" val="421137568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a:t>Clique para editar o estilo do título mestre</a:t>
            </a: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3">
            <a:extLst>
              <a:ext uri="{FF2B5EF4-FFF2-40B4-BE49-F238E27FC236}">
                <a16:creationId xmlns:a16="http://schemas.microsoft.com/office/drawing/2014/main" id="{4CF6A5EE-7B5B-38DB-E0B8-3A0389AF7A51}"/>
              </a:ext>
            </a:extLst>
          </p:cNvPr>
          <p:cNvSpPr>
            <a:spLocks noGrp="1"/>
          </p:cNvSpPr>
          <p:nvPr>
            <p:ph type="dt" sz="half" idx="10"/>
          </p:nvPr>
        </p:nvSpPr>
        <p:spPr/>
        <p:txBody>
          <a:bodyPr/>
          <a:lstStyle>
            <a:lvl1pPr>
              <a:defRPr/>
            </a:lvl1pPr>
          </a:lstStyle>
          <a:p>
            <a:pPr>
              <a:defRPr/>
            </a:pPr>
            <a:fld id="{2FD31041-A9D0-4DC5-8F7D-9ABB7A6989C9}" type="datetime1">
              <a:rPr lang="pt-BR"/>
              <a:pPr>
                <a:defRPr/>
              </a:pPr>
              <a:t>03/05/2026</a:t>
            </a:fld>
            <a:endParaRPr lang="pt-BR"/>
          </a:p>
        </p:txBody>
      </p:sp>
      <p:sp>
        <p:nvSpPr>
          <p:cNvPr id="6" name="Espaço Reservado para Rodapé 4">
            <a:extLst>
              <a:ext uri="{FF2B5EF4-FFF2-40B4-BE49-F238E27FC236}">
                <a16:creationId xmlns:a16="http://schemas.microsoft.com/office/drawing/2014/main" id="{A054518D-1C3D-10A3-5690-8AA9E1E928AE}"/>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DAF79EBE-F328-13AE-6F9B-2C542C5FDFEE}"/>
              </a:ext>
            </a:extLst>
          </p:cNvPr>
          <p:cNvSpPr>
            <a:spLocks noGrp="1"/>
          </p:cNvSpPr>
          <p:nvPr>
            <p:ph type="sldNum" sz="quarter" idx="12"/>
          </p:nvPr>
        </p:nvSpPr>
        <p:spPr/>
        <p:txBody>
          <a:bodyPr/>
          <a:lstStyle>
            <a:lvl1pPr>
              <a:defRPr/>
            </a:lvl1pPr>
          </a:lstStyle>
          <a:p>
            <a:fld id="{8DD7EC5A-51CE-4727-81CF-A2749DD72DAE}" type="slidenum">
              <a:rPr lang="pt-BR" altLang="pt-BR"/>
              <a:pPr/>
              <a:t>‹nº›</a:t>
            </a:fld>
            <a:endParaRPr lang="pt-BR" altLang="pt-BR"/>
          </a:p>
        </p:txBody>
      </p:sp>
    </p:spTree>
    <p:extLst>
      <p:ext uri="{BB962C8B-B14F-4D97-AF65-F5344CB8AC3E}">
        <p14:creationId xmlns:p14="http://schemas.microsoft.com/office/powerpoint/2010/main" val="42298792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a:t>Clique para editar o estilo do título mestre</a:t>
            </a:r>
          </a:p>
        </p:txBody>
      </p:sp>
      <p:sp>
        <p:nvSpPr>
          <p:cNvPr id="3" name="Espaço Reservado para Imagem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t-BR" noProof="0"/>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3">
            <a:extLst>
              <a:ext uri="{FF2B5EF4-FFF2-40B4-BE49-F238E27FC236}">
                <a16:creationId xmlns:a16="http://schemas.microsoft.com/office/drawing/2014/main" id="{500C94E0-168F-5101-F6EF-25EF0443DB53}"/>
              </a:ext>
            </a:extLst>
          </p:cNvPr>
          <p:cNvSpPr>
            <a:spLocks noGrp="1"/>
          </p:cNvSpPr>
          <p:nvPr>
            <p:ph type="dt" sz="half" idx="10"/>
          </p:nvPr>
        </p:nvSpPr>
        <p:spPr/>
        <p:txBody>
          <a:bodyPr/>
          <a:lstStyle>
            <a:lvl1pPr>
              <a:defRPr/>
            </a:lvl1pPr>
          </a:lstStyle>
          <a:p>
            <a:pPr>
              <a:defRPr/>
            </a:pPr>
            <a:fld id="{80AA8750-0681-4898-A89B-9E676C1B4DAC}" type="datetime1">
              <a:rPr lang="pt-BR"/>
              <a:pPr>
                <a:defRPr/>
              </a:pPr>
              <a:t>03/05/2026</a:t>
            </a:fld>
            <a:endParaRPr lang="pt-BR"/>
          </a:p>
        </p:txBody>
      </p:sp>
      <p:sp>
        <p:nvSpPr>
          <p:cNvPr id="6" name="Espaço Reservado para Rodapé 4">
            <a:extLst>
              <a:ext uri="{FF2B5EF4-FFF2-40B4-BE49-F238E27FC236}">
                <a16:creationId xmlns:a16="http://schemas.microsoft.com/office/drawing/2014/main" id="{91A82F7E-25CC-B026-36E1-C4192027E5A6}"/>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7F4590F8-84B6-62B0-B5B3-98E972E8CCD3}"/>
              </a:ext>
            </a:extLst>
          </p:cNvPr>
          <p:cNvSpPr>
            <a:spLocks noGrp="1"/>
          </p:cNvSpPr>
          <p:nvPr>
            <p:ph type="sldNum" sz="quarter" idx="12"/>
          </p:nvPr>
        </p:nvSpPr>
        <p:spPr/>
        <p:txBody>
          <a:bodyPr/>
          <a:lstStyle>
            <a:lvl1pPr>
              <a:defRPr/>
            </a:lvl1pPr>
          </a:lstStyle>
          <a:p>
            <a:fld id="{84B172A5-00A4-405A-975B-22D3E6785A2A}" type="slidenum">
              <a:rPr lang="pt-BR" altLang="pt-BR"/>
              <a:pPr/>
              <a:t>‹nº›</a:t>
            </a:fld>
            <a:endParaRPr lang="pt-BR" altLang="pt-BR"/>
          </a:p>
        </p:txBody>
      </p:sp>
    </p:spTree>
    <p:extLst>
      <p:ext uri="{BB962C8B-B14F-4D97-AF65-F5344CB8AC3E}">
        <p14:creationId xmlns:p14="http://schemas.microsoft.com/office/powerpoint/2010/main" val="420400733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E290DB15-A2EF-0E4A-B50D-478825E7419D}"/>
              </a:ext>
            </a:extLst>
          </p:cNvPr>
          <p:cNvSpPr>
            <a:spLocks noGrp="1"/>
          </p:cNvSpPr>
          <p:nvPr>
            <p:ph type="dt" sz="half" idx="10"/>
          </p:nvPr>
        </p:nvSpPr>
        <p:spPr/>
        <p:txBody>
          <a:bodyPr/>
          <a:lstStyle>
            <a:lvl1pPr>
              <a:defRPr/>
            </a:lvl1pPr>
          </a:lstStyle>
          <a:p>
            <a:pPr>
              <a:defRPr/>
            </a:pPr>
            <a:fld id="{3ADE44FB-A1A3-43DE-AD73-90099E226F1B}" type="datetime1">
              <a:rPr lang="pt-BR"/>
              <a:pPr>
                <a:defRPr/>
              </a:pPr>
              <a:t>03/05/2026</a:t>
            </a:fld>
            <a:endParaRPr lang="pt-BR"/>
          </a:p>
        </p:txBody>
      </p:sp>
      <p:sp>
        <p:nvSpPr>
          <p:cNvPr id="5" name="Espaço Reservado para Rodapé 4">
            <a:extLst>
              <a:ext uri="{FF2B5EF4-FFF2-40B4-BE49-F238E27FC236}">
                <a16:creationId xmlns:a16="http://schemas.microsoft.com/office/drawing/2014/main" id="{40FE5AD4-1333-F313-C7DE-2296AFDB35CC}"/>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27B7B9EC-4CD7-861B-90C6-5860C678CDEB}"/>
              </a:ext>
            </a:extLst>
          </p:cNvPr>
          <p:cNvSpPr>
            <a:spLocks noGrp="1"/>
          </p:cNvSpPr>
          <p:nvPr>
            <p:ph type="sldNum" sz="quarter" idx="12"/>
          </p:nvPr>
        </p:nvSpPr>
        <p:spPr/>
        <p:txBody>
          <a:bodyPr/>
          <a:lstStyle>
            <a:lvl1pPr>
              <a:defRPr/>
            </a:lvl1pPr>
          </a:lstStyle>
          <a:p>
            <a:fld id="{E4BDD57D-DE49-4B34-9794-0DE2E3677677}" type="slidenum">
              <a:rPr lang="pt-BR" altLang="pt-BR"/>
              <a:pPr/>
              <a:t>‹nº›</a:t>
            </a:fld>
            <a:endParaRPr lang="pt-BR" altLang="pt-BR"/>
          </a:p>
        </p:txBody>
      </p:sp>
    </p:spTree>
    <p:extLst>
      <p:ext uri="{BB962C8B-B14F-4D97-AF65-F5344CB8AC3E}">
        <p14:creationId xmlns:p14="http://schemas.microsoft.com/office/powerpoint/2010/main" val="253436376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3DC67E6-059E-CB6C-EE37-5133161D5D80}"/>
              </a:ext>
            </a:extLst>
          </p:cNvPr>
          <p:cNvSpPr>
            <a:spLocks noGrp="1"/>
          </p:cNvSpPr>
          <p:nvPr>
            <p:ph type="dt" sz="half" idx="10"/>
          </p:nvPr>
        </p:nvSpPr>
        <p:spPr/>
        <p:txBody>
          <a:bodyPr/>
          <a:lstStyle>
            <a:lvl1pPr>
              <a:defRPr/>
            </a:lvl1pPr>
          </a:lstStyle>
          <a:p>
            <a:pPr>
              <a:defRPr/>
            </a:pPr>
            <a:fld id="{7135382B-9021-400E-8225-2DF6923E8EE8}" type="datetime1">
              <a:rPr lang="pt-BR"/>
              <a:pPr>
                <a:defRPr/>
              </a:pPr>
              <a:t>03/05/2026</a:t>
            </a:fld>
            <a:endParaRPr lang="pt-BR"/>
          </a:p>
        </p:txBody>
      </p:sp>
      <p:sp>
        <p:nvSpPr>
          <p:cNvPr id="5" name="Espaço Reservado para Rodapé 4">
            <a:extLst>
              <a:ext uri="{FF2B5EF4-FFF2-40B4-BE49-F238E27FC236}">
                <a16:creationId xmlns:a16="http://schemas.microsoft.com/office/drawing/2014/main" id="{F36F3E1A-A8C8-BEB2-65DB-0A640B32A97B}"/>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5E9E3834-B4FE-FF1A-A0A9-E3942A7E4003}"/>
              </a:ext>
            </a:extLst>
          </p:cNvPr>
          <p:cNvSpPr>
            <a:spLocks noGrp="1"/>
          </p:cNvSpPr>
          <p:nvPr>
            <p:ph type="sldNum" sz="quarter" idx="12"/>
          </p:nvPr>
        </p:nvSpPr>
        <p:spPr/>
        <p:txBody>
          <a:bodyPr/>
          <a:lstStyle>
            <a:lvl1pPr>
              <a:defRPr/>
            </a:lvl1pPr>
          </a:lstStyle>
          <a:p>
            <a:fld id="{D7C3C929-DBD9-4736-830B-F93479D04918}" type="slidenum">
              <a:rPr lang="pt-BR" altLang="pt-BR"/>
              <a:pPr/>
              <a:t>‹nº›</a:t>
            </a:fld>
            <a:endParaRPr lang="pt-BR" altLang="pt-BR"/>
          </a:p>
        </p:txBody>
      </p:sp>
    </p:spTree>
    <p:extLst>
      <p:ext uri="{BB962C8B-B14F-4D97-AF65-F5344CB8AC3E}">
        <p14:creationId xmlns:p14="http://schemas.microsoft.com/office/powerpoint/2010/main" val="23099812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a:t>Clique para editar o estilo do título mestre</a:t>
            </a: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0369303D-254A-AD31-2363-26F23D1E2E00}"/>
              </a:ext>
            </a:extLst>
          </p:cNvPr>
          <p:cNvSpPr>
            <a:spLocks noGrp="1"/>
          </p:cNvSpPr>
          <p:nvPr>
            <p:ph type="dt" sz="half" idx="10"/>
          </p:nvPr>
        </p:nvSpPr>
        <p:spPr/>
        <p:txBody>
          <a:bodyPr/>
          <a:lstStyle>
            <a:lvl1pPr>
              <a:defRPr/>
            </a:lvl1pPr>
          </a:lstStyle>
          <a:p>
            <a:pPr>
              <a:defRPr/>
            </a:pPr>
            <a:fld id="{DBAB5A96-4427-47FE-8BAF-B3AA22FF5FC9}" type="datetime1">
              <a:rPr lang="pt-BR"/>
              <a:pPr>
                <a:defRPr/>
              </a:pPr>
              <a:t>03/05/2026</a:t>
            </a:fld>
            <a:endParaRPr lang="pt-BR"/>
          </a:p>
        </p:txBody>
      </p:sp>
      <p:sp>
        <p:nvSpPr>
          <p:cNvPr id="5" name="Espaço Reservado para Rodapé 4">
            <a:extLst>
              <a:ext uri="{FF2B5EF4-FFF2-40B4-BE49-F238E27FC236}">
                <a16:creationId xmlns:a16="http://schemas.microsoft.com/office/drawing/2014/main" id="{91311F39-84CD-2984-9B58-DE4C3FD9E97C}"/>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B9E74C66-604D-D00C-1DBE-F400E39CF402}"/>
              </a:ext>
            </a:extLst>
          </p:cNvPr>
          <p:cNvSpPr>
            <a:spLocks noGrp="1"/>
          </p:cNvSpPr>
          <p:nvPr>
            <p:ph type="sldNum" sz="quarter" idx="12"/>
          </p:nvPr>
        </p:nvSpPr>
        <p:spPr/>
        <p:txBody>
          <a:bodyPr/>
          <a:lstStyle>
            <a:lvl1pPr>
              <a:defRPr/>
            </a:lvl1pPr>
          </a:lstStyle>
          <a:p>
            <a:fld id="{213C71FE-1D1F-4B16-956B-3DE9CB4307B4}" type="slidenum">
              <a:rPr lang="pt-BR" altLang="pt-BR"/>
              <a:pPr/>
              <a:t>‹nº›</a:t>
            </a:fld>
            <a:endParaRPr lang="pt-BR" altLang="pt-BR"/>
          </a:p>
        </p:txBody>
      </p:sp>
    </p:spTree>
    <p:extLst>
      <p:ext uri="{BB962C8B-B14F-4D97-AF65-F5344CB8AC3E}">
        <p14:creationId xmlns:p14="http://schemas.microsoft.com/office/powerpoint/2010/main" val="413688672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57CBF437-34C1-C140-CC7F-41BCC37E0531}"/>
              </a:ext>
            </a:extLst>
          </p:cNvPr>
          <p:cNvSpPr>
            <a:spLocks noGrp="1"/>
          </p:cNvSpPr>
          <p:nvPr>
            <p:ph type="dt" sz="half" idx="10"/>
          </p:nvPr>
        </p:nvSpPr>
        <p:spPr/>
        <p:txBody>
          <a:bodyPr/>
          <a:lstStyle>
            <a:lvl1pPr>
              <a:defRPr/>
            </a:lvl1pPr>
          </a:lstStyle>
          <a:p>
            <a:pPr>
              <a:defRPr/>
            </a:pPr>
            <a:fld id="{A16CB736-A139-4B35-8BF0-435825535003}" type="datetime1">
              <a:rPr lang="pt-BR"/>
              <a:pPr>
                <a:defRPr/>
              </a:pPr>
              <a:t>03/05/2026</a:t>
            </a:fld>
            <a:endParaRPr lang="pt-BR"/>
          </a:p>
        </p:txBody>
      </p:sp>
      <p:sp>
        <p:nvSpPr>
          <p:cNvPr id="5" name="Espaço Reservado para Rodapé 4">
            <a:extLst>
              <a:ext uri="{FF2B5EF4-FFF2-40B4-BE49-F238E27FC236}">
                <a16:creationId xmlns:a16="http://schemas.microsoft.com/office/drawing/2014/main" id="{42F2B304-5ABD-EB95-788D-D006F275899C}"/>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1C92BE75-46DC-F845-01ED-64AEE7688481}"/>
              </a:ext>
            </a:extLst>
          </p:cNvPr>
          <p:cNvSpPr>
            <a:spLocks noGrp="1"/>
          </p:cNvSpPr>
          <p:nvPr>
            <p:ph type="sldNum" sz="quarter" idx="12"/>
          </p:nvPr>
        </p:nvSpPr>
        <p:spPr/>
        <p:txBody>
          <a:bodyPr/>
          <a:lstStyle>
            <a:lvl1pPr>
              <a:defRPr/>
            </a:lvl1pPr>
          </a:lstStyle>
          <a:p>
            <a:fld id="{B1D42BF7-724F-4356-8CBF-E856CC65E930}" type="slidenum">
              <a:rPr lang="pt-BR" altLang="pt-BR"/>
              <a:pPr/>
              <a:t>‹nº›</a:t>
            </a:fld>
            <a:endParaRPr lang="pt-BR" altLang="pt-BR"/>
          </a:p>
        </p:txBody>
      </p:sp>
    </p:spTree>
    <p:extLst>
      <p:ext uri="{BB962C8B-B14F-4D97-AF65-F5344CB8AC3E}">
        <p14:creationId xmlns:p14="http://schemas.microsoft.com/office/powerpoint/2010/main" val="293405249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a:t>Clique para editar o estilo do título mestre</a:t>
            </a: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do texto mestre</a:t>
            </a:r>
          </a:p>
        </p:txBody>
      </p:sp>
      <p:sp>
        <p:nvSpPr>
          <p:cNvPr id="4" name="Espaço Reservado para Data 3">
            <a:extLst>
              <a:ext uri="{FF2B5EF4-FFF2-40B4-BE49-F238E27FC236}">
                <a16:creationId xmlns:a16="http://schemas.microsoft.com/office/drawing/2014/main" id="{E74F222C-5AA3-DA35-BDEA-849143EB148A}"/>
              </a:ext>
            </a:extLst>
          </p:cNvPr>
          <p:cNvSpPr>
            <a:spLocks noGrp="1"/>
          </p:cNvSpPr>
          <p:nvPr>
            <p:ph type="dt" sz="half" idx="10"/>
          </p:nvPr>
        </p:nvSpPr>
        <p:spPr/>
        <p:txBody>
          <a:bodyPr/>
          <a:lstStyle>
            <a:lvl1pPr>
              <a:defRPr/>
            </a:lvl1pPr>
          </a:lstStyle>
          <a:p>
            <a:pPr>
              <a:defRPr/>
            </a:pPr>
            <a:fld id="{AD251556-2BBA-441A-93A9-88C57156C8B0}" type="datetime1">
              <a:rPr lang="pt-BR"/>
              <a:pPr>
                <a:defRPr/>
              </a:pPr>
              <a:t>03/05/2026</a:t>
            </a:fld>
            <a:endParaRPr lang="pt-BR"/>
          </a:p>
        </p:txBody>
      </p:sp>
      <p:sp>
        <p:nvSpPr>
          <p:cNvPr id="5" name="Espaço Reservado para Rodapé 4">
            <a:extLst>
              <a:ext uri="{FF2B5EF4-FFF2-40B4-BE49-F238E27FC236}">
                <a16:creationId xmlns:a16="http://schemas.microsoft.com/office/drawing/2014/main" id="{B5391F36-23B6-D9D2-8570-FD0FADC09EBA}"/>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C5D97A57-B6B8-F308-04C4-DF9BE9731406}"/>
              </a:ext>
            </a:extLst>
          </p:cNvPr>
          <p:cNvSpPr>
            <a:spLocks noGrp="1"/>
          </p:cNvSpPr>
          <p:nvPr>
            <p:ph type="sldNum" sz="quarter" idx="12"/>
          </p:nvPr>
        </p:nvSpPr>
        <p:spPr/>
        <p:txBody>
          <a:bodyPr/>
          <a:lstStyle>
            <a:lvl1pPr>
              <a:defRPr/>
            </a:lvl1pPr>
          </a:lstStyle>
          <a:p>
            <a:fld id="{A9DCB957-850D-4F86-A5CD-2FF481E0C746}" type="slidenum">
              <a:rPr lang="pt-BR" altLang="pt-BR"/>
              <a:pPr/>
              <a:t>‹nº›</a:t>
            </a:fld>
            <a:endParaRPr lang="pt-BR" altLang="pt-BR"/>
          </a:p>
        </p:txBody>
      </p:sp>
    </p:spTree>
    <p:extLst>
      <p:ext uri="{BB962C8B-B14F-4D97-AF65-F5344CB8AC3E}">
        <p14:creationId xmlns:p14="http://schemas.microsoft.com/office/powerpoint/2010/main" val="294591536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3">
            <a:extLst>
              <a:ext uri="{FF2B5EF4-FFF2-40B4-BE49-F238E27FC236}">
                <a16:creationId xmlns:a16="http://schemas.microsoft.com/office/drawing/2014/main" id="{6A3D7D43-9E12-7E66-2059-BBE5B97C35D5}"/>
              </a:ext>
            </a:extLst>
          </p:cNvPr>
          <p:cNvSpPr>
            <a:spLocks noGrp="1"/>
          </p:cNvSpPr>
          <p:nvPr>
            <p:ph type="dt" sz="half" idx="10"/>
          </p:nvPr>
        </p:nvSpPr>
        <p:spPr/>
        <p:txBody>
          <a:bodyPr/>
          <a:lstStyle>
            <a:lvl1pPr>
              <a:defRPr/>
            </a:lvl1pPr>
          </a:lstStyle>
          <a:p>
            <a:pPr>
              <a:defRPr/>
            </a:pPr>
            <a:fld id="{867433F5-C90D-4D67-A240-1B30A8E02969}" type="datetime1">
              <a:rPr lang="pt-BR"/>
              <a:pPr>
                <a:defRPr/>
              </a:pPr>
              <a:t>03/05/2026</a:t>
            </a:fld>
            <a:endParaRPr lang="pt-BR"/>
          </a:p>
        </p:txBody>
      </p:sp>
      <p:sp>
        <p:nvSpPr>
          <p:cNvPr id="6" name="Espaço Reservado para Rodapé 4">
            <a:extLst>
              <a:ext uri="{FF2B5EF4-FFF2-40B4-BE49-F238E27FC236}">
                <a16:creationId xmlns:a16="http://schemas.microsoft.com/office/drawing/2014/main" id="{69366496-123C-24A8-1766-F74287C0C185}"/>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2A5529FE-30C2-2892-9B0F-0A72627866A9}"/>
              </a:ext>
            </a:extLst>
          </p:cNvPr>
          <p:cNvSpPr>
            <a:spLocks noGrp="1"/>
          </p:cNvSpPr>
          <p:nvPr>
            <p:ph type="sldNum" sz="quarter" idx="12"/>
          </p:nvPr>
        </p:nvSpPr>
        <p:spPr/>
        <p:txBody>
          <a:bodyPr/>
          <a:lstStyle>
            <a:lvl1pPr>
              <a:defRPr/>
            </a:lvl1pPr>
          </a:lstStyle>
          <a:p>
            <a:fld id="{A67C06AB-5704-4010-8894-A4E2E5425B16}" type="slidenum">
              <a:rPr lang="pt-BR" altLang="pt-BR"/>
              <a:pPr/>
              <a:t>‹nº›</a:t>
            </a:fld>
            <a:endParaRPr lang="pt-BR" altLang="pt-BR"/>
          </a:p>
        </p:txBody>
      </p:sp>
    </p:spTree>
    <p:extLst>
      <p:ext uri="{BB962C8B-B14F-4D97-AF65-F5344CB8AC3E}">
        <p14:creationId xmlns:p14="http://schemas.microsoft.com/office/powerpoint/2010/main" val="369982470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3">
            <a:extLst>
              <a:ext uri="{FF2B5EF4-FFF2-40B4-BE49-F238E27FC236}">
                <a16:creationId xmlns:a16="http://schemas.microsoft.com/office/drawing/2014/main" id="{7C94C243-3144-C26C-EB6C-CC52B220C309}"/>
              </a:ext>
            </a:extLst>
          </p:cNvPr>
          <p:cNvSpPr>
            <a:spLocks noGrp="1"/>
          </p:cNvSpPr>
          <p:nvPr>
            <p:ph type="dt" sz="half" idx="10"/>
          </p:nvPr>
        </p:nvSpPr>
        <p:spPr/>
        <p:txBody>
          <a:bodyPr/>
          <a:lstStyle>
            <a:lvl1pPr>
              <a:defRPr/>
            </a:lvl1pPr>
          </a:lstStyle>
          <a:p>
            <a:pPr>
              <a:defRPr/>
            </a:pPr>
            <a:fld id="{1226D07A-DAE9-4AD4-A6A3-0DA125B42BFB}" type="datetime1">
              <a:rPr lang="pt-BR"/>
              <a:pPr>
                <a:defRPr/>
              </a:pPr>
              <a:t>03/05/2026</a:t>
            </a:fld>
            <a:endParaRPr lang="pt-BR"/>
          </a:p>
        </p:txBody>
      </p:sp>
      <p:sp>
        <p:nvSpPr>
          <p:cNvPr id="8" name="Espaço Reservado para Rodapé 4">
            <a:extLst>
              <a:ext uri="{FF2B5EF4-FFF2-40B4-BE49-F238E27FC236}">
                <a16:creationId xmlns:a16="http://schemas.microsoft.com/office/drawing/2014/main" id="{1F5D65FD-0FAA-B403-127C-06E0DDF6E997}"/>
              </a:ext>
            </a:extLst>
          </p:cNvPr>
          <p:cNvSpPr>
            <a:spLocks noGrp="1"/>
          </p:cNvSpPr>
          <p:nvPr>
            <p:ph type="ftr" sz="quarter" idx="11"/>
          </p:nvPr>
        </p:nvSpPr>
        <p:spPr/>
        <p:txBody>
          <a:bodyPr/>
          <a:lstStyle>
            <a:lvl1pPr>
              <a:defRPr/>
            </a:lvl1pPr>
          </a:lstStyle>
          <a:p>
            <a:pPr>
              <a:defRPr/>
            </a:pPr>
            <a:endParaRPr lang="pt-BR"/>
          </a:p>
        </p:txBody>
      </p:sp>
      <p:sp>
        <p:nvSpPr>
          <p:cNvPr id="9" name="Espaço Reservado para Número de Slide 5">
            <a:extLst>
              <a:ext uri="{FF2B5EF4-FFF2-40B4-BE49-F238E27FC236}">
                <a16:creationId xmlns:a16="http://schemas.microsoft.com/office/drawing/2014/main" id="{6275CC3F-E57E-0B02-D311-26DE49B03FF6}"/>
              </a:ext>
            </a:extLst>
          </p:cNvPr>
          <p:cNvSpPr>
            <a:spLocks noGrp="1"/>
          </p:cNvSpPr>
          <p:nvPr>
            <p:ph type="sldNum" sz="quarter" idx="12"/>
          </p:nvPr>
        </p:nvSpPr>
        <p:spPr/>
        <p:txBody>
          <a:bodyPr/>
          <a:lstStyle>
            <a:lvl1pPr>
              <a:defRPr/>
            </a:lvl1pPr>
          </a:lstStyle>
          <a:p>
            <a:fld id="{15F4D982-4134-464E-8B35-8319DED1D591}" type="slidenum">
              <a:rPr lang="pt-BR" altLang="pt-BR"/>
              <a:pPr/>
              <a:t>‹nº›</a:t>
            </a:fld>
            <a:endParaRPr lang="pt-BR" altLang="pt-BR"/>
          </a:p>
        </p:txBody>
      </p:sp>
    </p:spTree>
    <p:extLst>
      <p:ext uri="{BB962C8B-B14F-4D97-AF65-F5344CB8AC3E}">
        <p14:creationId xmlns:p14="http://schemas.microsoft.com/office/powerpoint/2010/main" val="217187408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Data 3">
            <a:extLst>
              <a:ext uri="{FF2B5EF4-FFF2-40B4-BE49-F238E27FC236}">
                <a16:creationId xmlns:a16="http://schemas.microsoft.com/office/drawing/2014/main" id="{723B2A35-C0E0-AE2B-4234-2A01A16856BD}"/>
              </a:ext>
            </a:extLst>
          </p:cNvPr>
          <p:cNvSpPr>
            <a:spLocks noGrp="1"/>
          </p:cNvSpPr>
          <p:nvPr>
            <p:ph type="dt" sz="half" idx="10"/>
          </p:nvPr>
        </p:nvSpPr>
        <p:spPr/>
        <p:txBody>
          <a:bodyPr/>
          <a:lstStyle>
            <a:lvl1pPr>
              <a:defRPr/>
            </a:lvl1pPr>
          </a:lstStyle>
          <a:p>
            <a:pPr>
              <a:defRPr/>
            </a:pPr>
            <a:fld id="{ED6FD5FD-0D53-400A-B44C-8A89FF917318}" type="datetime1">
              <a:rPr lang="pt-BR"/>
              <a:pPr>
                <a:defRPr/>
              </a:pPr>
              <a:t>03/05/2026</a:t>
            </a:fld>
            <a:endParaRPr lang="pt-BR"/>
          </a:p>
        </p:txBody>
      </p:sp>
      <p:sp>
        <p:nvSpPr>
          <p:cNvPr id="4" name="Espaço Reservado para Rodapé 4">
            <a:extLst>
              <a:ext uri="{FF2B5EF4-FFF2-40B4-BE49-F238E27FC236}">
                <a16:creationId xmlns:a16="http://schemas.microsoft.com/office/drawing/2014/main" id="{B3E20A69-759F-DCB3-5F1B-AE5D440E38D7}"/>
              </a:ext>
            </a:extLst>
          </p:cNvPr>
          <p:cNvSpPr>
            <a:spLocks noGrp="1"/>
          </p:cNvSpPr>
          <p:nvPr>
            <p:ph type="ftr" sz="quarter" idx="11"/>
          </p:nvPr>
        </p:nvSpPr>
        <p:spPr/>
        <p:txBody>
          <a:bodyPr/>
          <a:lstStyle>
            <a:lvl1pPr>
              <a:defRPr/>
            </a:lvl1pPr>
          </a:lstStyle>
          <a:p>
            <a:pPr>
              <a:defRPr/>
            </a:pPr>
            <a:endParaRPr lang="pt-BR"/>
          </a:p>
        </p:txBody>
      </p:sp>
      <p:sp>
        <p:nvSpPr>
          <p:cNvPr id="5" name="Espaço Reservado para Número de Slide 5">
            <a:extLst>
              <a:ext uri="{FF2B5EF4-FFF2-40B4-BE49-F238E27FC236}">
                <a16:creationId xmlns:a16="http://schemas.microsoft.com/office/drawing/2014/main" id="{FEA5D563-2406-BE6A-682E-3B206B8AC791}"/>
              </a:ext>
            </a:extLst>
          </p:cNvPr>
          <p:cNvSpPr>
            <a:spLocks noGrp="1"/>
          </p:cNvSpPr>
          <p:nvPr>
            <p:ph type="sldNum" sz="quarter" idx="12"/>
          </p:nvPr>
        </p:nvSpPr>
        <p:spPr/>
        <p:txBody>
          <a:bodyPr/>
          <a:lstStyle>
            <a:lvl1pPr>
              <a:defRPr/>
            </a:lvl1pPr>
          </a:lstStyle>
          <a:p>
            <a:fld id="{EF86AF22-2135-4304-A6AE-1F69606577CD}" type="slidenum">
              <a:rPr lang="pt-BR" altLang="pt-BR"/>
              <a:pPr/>
              <a:t>‹nº›</a:t>
            </a:fld>
            <a:endParaRPr lang="pt-BR" altLang="pt-BR"/>
          </a:p>
        </p:txBody>
      </p:sp>
    </p:spTree>
    <p:extLst>
      <p:ext uri="{BB962C8B-B14F-4D97-AF65-F5344CB8AC3E}">
        <p14:creationId xmlns:p14="http://schemas.microsoft.com/office/powerpoint/2010/main" val="393598700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3">
            <a:extLst>
              <a:ext uri="{FF2B5EF4-FFF2-40B4-BE49-F238E27FC236}">
                <a16:creationId xmlns:a16="http://schemas.microsoft.com/office/drawing/2014/main" id="{1FCB0C2A-E4B8-0630-1E25-E0BD18CC6369}"/>
              </a:ext>
            </a:extLst>
          </p:cNvPr>
          <p:cNvSpPr>
            <a:spLocks noGrp="1"/>
          </p:cNvSpPr>
          <p:nvPr>
            <p:ph type="dt" sz="half" idx="10"/>
          </p:nvPr>
        </p:nvSpPr>
        <p:spPr/>
        <p:txBody>
          <a:bodyPr/>
          <a:lstStyle>
            <a:lvl1pPr>
              <a:defRPr/>
            </a:lvl1pPr>
          </a:lstStyle>
          <a:p>
            <a:pPr>
              <a:defRPr/>
            </a:pPr>
            <a:fld id="{6B31D131-C391-4F04-AB33-3C8E4C69FAA3}" type="datetime1">
              <a:rPr lang="pt-BR"/>
              <a:pPr>
                <a:defRPr/>
              </a:pPr>
              <a:t>03/05/2026</a:t>
            </a:fld>
            <a:endParaRPr lang="pt-BR"/>
          </a:p>
        </p:txBody>
      </p:sp>
      <p:sp>
        <p:nvSpPr>
          <p:cNvPr id="3" name="Espaço Reservado para Rodapé 4">
            <a:extLst>
              <a:ext uri="{FF2B5EF4-FFF2-40B4-BE49-F238E27FC236}">
                <a16:creationId xmlns:a16="http://schemas.microsoft.com/office/drawing/2014/main" id="{816DF8B6-4AA5-64E1-6511-144A2DD2E0AC}"/>
              </a:ext>
            </a:extLst>
          </p:cNvPr>
          <p:cNvSpPr>
            <a:spLocks noGrp="1"/>
          </p:cNvSpPr>
          <p:nvPr>
            <p:ph type="ftr" sz="quarter" idx="11"/>
          </p:nvPr>
        </p:nvSpPr>
        <p:spPr/>
        <p:txBody>
          <a:bodyPr/>
          <a:lstStyle>
            <a:lvl1pPr>
              <a:defRPr/>
            </a:lvl1pPr>
          </a:lstStyle>
          <a:p>
            <a:pPr>
              <a:defRPr/>
            </a:pPr>
            <a:endParaRPr lang="pt-BR"/>
          </a:p>
        </p:txBody>
      </p:sp>
      <p:sp>
        <p:nvSpPr>
          <p:cNvPr id="4" name="Espaço Reservado para Número de Slide 5">
            <a:extLst>
              <a:ext uri="{FF2B5EF4-FFF2-40B4-BE49-F238E27FC236}">
                <a16:creationId xmlns:a16="http://schemas.microsoft.com/office/drawing/2014/main" id="{E6E63051-80DC-D2E3-AFE9-E210B402E711}"/>
              </a:ext>
            </a:extLst>
          </p:cNvPr>
          <p:cNvSpPr>
            <a:spLocks noGrp="1"/>
          </p:cNvSpPr>
          <p:nvPr>
            <p:ph type="sldNum" sz="quarter" idx="12"/>
          </p:nvPr>
        </p:nvSpPr>
        <p:spPr/>
        <p:txBody>
          <a:bodyPr/>
          <a:lstStyle>
            <a:lvl1pPr>
              <a:defRPr/>
            </a:lvl1pPr>
          </a:lstStyle>
          <a:p>
            <a:fld id="{384DE56B-114B-409F-B776-3F8124651216}" type="slidenum">
              <a:rPr lang="pt-BR" altLang="pt-BR"/>
              <a:pPr/>
              <a:t>‹nº›</a:t>
            </a:fld>
            <a:endParaRPr lang="pt-BR" altLang="pt-BR"/>
          </a:p>
        </p:txBody>
      </p:sp>
    </p:spTree>
    <p:extLst>
      <p:ext uri="{BB962C8B-B14F-4D97-AF65-F5344CB8AC3E}">
        <p14:creationId xmlns:p14="http://schemas.microsoft.com/office/powerpoint/2010/main" val="148610863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a:t>Clique para editar o estilo do título mestre</a:t>
            </a: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3">
            <a:extLst>
              <a:ext uri="{FF2B5EF4-FFF2-40B4-BE49-F238E27FC236}">
                <a16:creationId xmlns:a16="http://schemas.microsoft.com/office/drawing/2014/main" id="{3B80CA81-61B9-E048-7B72-144F95631BE0}"/>
              </a:ext>
            </a:extLst>
          </p:cNvPr>
          <p:cNvSpPr>
            <a:spLocks noGrp="1"/>
          </p:cNvSpPr>
          <p:nvPr>
            <p:ph type="dt" sz="half" idx="10"/>
          </p:nvPr>
        </p:nvSpPr>
        <p:spPr/>
        <p:txBody>
          <a:bodyPr/>
          <a:lstStyle>
            <a:lvl1pPr>
              <a:defRPr/>
            </a:lvl1pPr>
          </a:lstStyle>
          <a:p>
            <a:pPr>
              <a:defRPr/>
            </a:pPr>
            <a:fld id="{B5AF3806-DD16-4928-ACC3-BE98F365270D}" type="datetime1">
              <a:rPr lang="pt-BR"/>
              <a:pPr>
                <a:defRPr/>
              </a:pPr>
              <a:t>03/05/2026</a:t>
            </a:fld>
            <a:endParaRPr lang="pt-BR"/>
          </a:p>
        </p:txBody>
      </p:sp>
      <p:sp>
        <p:nvSpPr>
          <p:cNvPr id="6" name="Espaço Reservado para Rodapé 4">
            <a:extLst>
              <a:ext uri="{FF2B5EF4-FFF2-40B4-BE49-F238E27FC236}">
                <a16:creationId xmlns:a16="http://schemas.microsoft.com/office/drawing/2014/main" id="{404CA54C-D809-E2CF-7E9A-0901A97A507C}"/>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FB2ED9C7-5C96-96C9-0560-8555D8694599}"/>
              </a:ext>
            </a:extLst>
          </p:cNvPr>
          <p:cNvSpPr>
            <a:spLocks noGrp="1"/>
          </p:cNvSpPr>
          <p:nvPr>
            <p:ph type="sldNum" sz="quarter" idx="12"/>
          </p:nvPr>
        </p:nvSpPr>
        <p:spPr/>
        <p:txBody>
          <a:bodyPr/>
          <a:lstStyle>
            <a:lvl1pPr>
              <a:defRPr/>
            </a:lvl1pPr>
          </a:lstStyle>
          <a:p>
            <a:fld id="{AAEB686D-E1B5-4DDE-BC4B-80B2AD038F11}" type="slidenum">
              <a:rPr lang="pt-BR" altLang="pt-BR"/>
              <a:pPr/>
              <a:t>‹nº›</a:t>
            </a:fld>
            <a:endParaRPr lang="pt-BR" altLang="pt-BR"/>
          </a:p>
        </p:txBody>
      </p:sp>
    </p:spTree>
    <p:extLst>
      <p:ext uri="{BB962C8B-B14F-4D97-AF65-F5344CB8AC3E}">
        <p14:creationId xmlns:p14="http://schemas.microsoft.com/office/powerpoint/2010/main" val="37088428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a:t>Clique para editar o estilo do título mestre</a:t>
            </a:r>
          </a:p>
        </p:txBody>
      </p:sp>
      <p:sp>
        <p:nvSpPr>
          <p:cNvPr id="3" name="Espaço Reservado para Imagem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t-BR" noProof="0"/>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3">
            <a:extLst>
              <a:ext uri="{FF2B5EF4-FFF2-40B4-BE49-F238E27FC236}">
                <a16:creationId xmlns:a16="http://schemas.microsoft.com/office/drawing/2014/main" id="{D2A2E294-FFE0-EB3B-F0A5-DD616977BCEB}"/>
              </a:ext>
            </a:extLst>
          </p:cNvPr>
          <p:cNvSpPr>
            <a:spLocks noGrp="1"/>
          </p:cNvSpPr>
          <p:nvPr>
            <p:ph type="dt" sz="half" idx="10"/>
          </p:nvPr>
        </p:nvSpPr>
        <p:spPr/>
        <p:txBody>
          <a:bodyPr/>
          <a:lstStyle>
            <a:lvl1pPr>
              <a:defRPr/>
            </a:lvl1pPr>
          </a:lstStyle>
          <a:p>
            <a:pPr>
              <a:defRPr/>
            </a:pPr>
            <a:fld id="{30CCF0B2-31C0-41C1-B9E4-032B1B076AB5}" type="datetime1">
              <a:rPr lang="pt-BR"/>
              <a:pPr>
                <a:defRPr/>
              </a:pPr>
              <a:t>03/05/2026</a:t>
            </a:fld>
            <a:endParaRPr lang="pt-BR"/>
          </a:p>
        </p:txBody>
      </p:sp>
      <p:sp>
        <p:nvSpPr>
          <p:cNvPr id="6" name="Espaço Reservado para Rodapé 4">
            <a:extLst>
              <a:ext uri="{FF2B5EF4-FFF2-40B4-BE49-F238E27FC236}">
                <a16:creationId xmlns:a16="http://schemas.microsoft.com/office/drawing/2014/main" id="{BD05D5CA-FF08-B5CE-726F-21726A45B81B}"/>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0C971A7D-3F8A-52A2-71CD-42E9ED0FC2D4}"/>
              </a:ext>
            </a:extLst>
          </p:cNvPr>
          <p:cNvSpPr>
            <a:spLocks noGrp="1"/>
          </p:cNvSpPr>
          <p:nvPr>
            <p:ph type="sldNum" sz="quarter" idx="12"/>
          </p:nvPr>
        </p:nvSpPr>
        <p:spPr/>
        <p:txBody>
          <a:bodyPr/>
          <a:lstStyle>
            <a:lvl1pPr>
              <a:defRPr/>
            </a:lvl1pPr>
          </a:lstStyle>
          <a:p>
            <a:fld id="{816B4209-815B-45A4-9D03-E2E4023EF5A5}" type="slidenum">
              <a:rPr lang="pt-BR" altLang="pt-BR"/>
              <a:pPr/>
              <a:t>‹nº›</a:t>
            </a:fld>
            <a:endParaRPr lang="pt-BR" altLang="pt-BR"/>
          </a:p>
        </p:txBody>
      </p:sp>
    </p:spTree>
    <p:extLst>
      <p:ext uri="{BB962C8B-B14F-4D97-AF65-F5344CB8AC3E}">
        <p14:creationId xmlns:p14="http://schemas.microsoft.com/office/powerpoint/2010/main" val="311156344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14CBCE38-628D-F41D-EC22-84840D295F87}"/>
              </a:ext>
            </a:extLst>
          </p:cNvPr>
          <p:cNvSpPr>
            <a:spLocks noGrp="1"/>
          </p:cNvSpPr>
          <p:nvPr>
            <p:ph type="dt" sz="half" idx="10"/>
          </p:nvPr>
        </p:nvSpPr>
        <p:spPr/>
        <p:txBody>
          <a:bodyPr/>
          <a:lstStyle>
            <a:lvl1pPr>
              <a:defRPr/>
            </a:lvl1pPr>
          </a:lstStyle>
          <a:p>
            <a:pPr>
              <a:defRPr/>
            </a:pPr>
            <a:fld id="{01A7B758-22E1-4E00-B8C3-F1619352CD8B}" type="datetime1">
              <a:rPr lang="pt-BR"/>
              <a:pPr>
                <a:defRPr/>
              </a:pPr>
              <a:t>03/05/2026</a:t>
            </a:fld>
            <a:endParaRPr lang="pt-BR"/>
          </a:p>
        </p:txBody>
      </p:sp>
      <p:sp>
        <p:nvSpPr>
          <p:cNvPr id="5" name="Espaço Reservado para Rodapé 4">
            <a:extLst>
              <a:ext uri="{FF2B5EF4-FFF2-40B4-BE49-F238E27FC236}">
                <a16:creationId xmlns:a16="http://schemas.microsoft.com/office/drawing/2014/main" id="{3BEEEA9D-CE61-323A-E318-45B033E1E392}"/>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4804556C-90A6-569C-A285-A1BE6384C94D}"/>
              </a:ext>
            </a:extLst>
          </p:cNvPr>
          <p:cNvSpPr>
            <a:spLocks noGrp="1"/>
          </p:cNvSpPr>
          <p:nvPr>
            <p:ph type="sldNum" sz="quarter" idx="12"/>
          </p:nvPr>
        </p:nvSpPr>
        <p:spPr/>
        <p:txBody>
          <a:bodyPr/>
          <a:lstStyle>
            <a:lvl1pPr>
              <a:defRPr/>
            </a:lvl1pPr>
          </a:lstStyle>
          <a:p>
            <a:fld id="{68294FCB-C398-4974-A1DE-CC4F0D4B0478}" type="slidenum">
              <a:rPr lang="pt-BR" altLang="pt-BR"/>
              <a:pPr/>
              <a:t>‹nº›</a:t>
            </a:fld>
            <a:endParaRPr lang="pt-BR" altLang="pt-BR"/>
          </a:p>
        </p:txBody>
      </p:sp>
    </p:spTree>
    <p:extLst>
      <p:ext uri="{BB962C8B-B14F-4D97-AF65-F5344CB8AC3E}">
        <p14:creationId xmlns:p14="http://schemas.microsoft.com/office/powerpoint/2010/main" val="238331422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3AA4DBF-ED02-7010-E4F8-180D3F70EB9B}"/>
              </a:ext>
            </a:extLst>
          </p:cNvPr>
          <p:cNvSpPr>
            <a:spLocks noGrp="1"/>
          </p:cNvSpPr>
          <p:nvPr>
            <p:ph type="dt" sz="half" idx="10"/>
          </p:nvPr>
        </p:nvSpPr>
        <p:spPr/>
        <p:txBody>
          <a:bodyPr/>
          <a:lstStyle>
            <a:lvl1pPr>
              <a:defRPr/>
            </a:lvl1pPr>
          </a:lstStyle>
          <a:p>
            <a:pPr>
              <a:defRPr/>
            </a:pPr>
            <a:fld id="{1CC6CBD3-3654-469E-8929-956C199FB17C}" type="datetime1">
              <a:rPr lang="pt-BR"/>
              <a:pPr>
                <a:defRPr/>
              </a:pPr>
              <a:t>03/05/2026</a:t>
            </a:fld>
            <a:endParaRPr lang="pt-BR"/>
          </a:p>
        </p:txBody>
      </p:sp>
      <p:sp>
        <p:nvSpPr>
          <p:cNvPr id="5" name="Espaço Reservado para Rodapé 4">
            <a:extLst>
              <a:ext uri="{FF2B5EF4-FFF2-40B4-BE49-F238E27FC236}">
                <a16:creationId xmlns:a16="http://schemas.microsoft.com/office/drawing/2014/main" id="{35715D34-4D07-DECF-4C3E-3949267CB3AD}"/>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0465F7AE-522B-DD49-3A41-4E912E55235C}"/>
              </a:ext>
            </a:extLst>
          </p:cNvPr>
          <p:cNvSpPr>
            <a:spLocks noGrp="1"/>
          </p:cNvSpPr>
          <p:nvPr>
            <p:ph type="sldNum" sz="quarter" idx="12"/>
          </p:nvPr>
        </p:nvSpPr>
        <p:spPr/>
        <p:txBody>
          <a:bodyPr/>
          <a:lstStyle>
            <a:lvl1pPr>
              <a:defRPr/>
            </a:lvl1pPr>
          </a:lstStyle>
          <a:p>
            <a:fld id="{5861B1DC-7235-42C4-BE5C-05155D92087D}" type="slidenum">
              <a:rPr lang="pt-BR" altLang="pt-BR"/>
              <a:pPr/>
              <a:t>‹nº›</a:t>
            </a:fld>
            <a:endParaRPr lang="pt-BR" altLang="pt-BR"/>
          </a:p>
        </p:txBody>
      </p:sp>
    </p:spTree>
    <p:extLst>
      <p:ext uri="{BB962C8B-B14F-4D97-AF65-F5344CB8AC3E}">
        <p14:creationId xmlns:p14="http://schemas.microsoft.com/office/powerpoint/2010/main" val="106647562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a:t>Clique para editar o estilo do título mestre</a:t>
            </a: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BF8B7B33-A17C-4D19-5EF3-420981BAC2E7}"/>
              </a:ext>
            </a:extLst>
          </p:cNvPr>
          <p:cNvSpPr>
            <a:spLocks noGrp="1"/>
          </p:cNvSpPr>
          <p:nvPr>
            <p:ph type="dt" sz="half" idx="10"/>
          </p:nvPr>
        </p:nvSpPr>
        <p:spPr/>
        <p:txBody>
          <a:bodyPr/>
          <a:lstStyle>
            <a:lvl1pPr>
              <a:defRPr/>
            </a:lvl1pPr>
          </a:lstStyle>
          <a:p>
            <a:pPr>
              <a:defRPr/>
            </a:pPr>
            <a:fld id="{DA714FBF-A6A3-4EF9-A9A1-12F791997C33}" type="datetime1">
              <a:rPr lang="pt-BR"/>
              <a:pPr>
                <a:defRPr/>
              </a:pPr>
              <a:t>03/05/2026</a:t>
            </a:fld>
            <a:endParaRPr lang="pt-BR"/>
          </a:p>
        </p:txBody>
      </p:sp>
      <p:sp>
        <p:nvSpPr>
          <p:cNvPr id="5" name="Espaço Reservado para Rodapé 4">
            <a:extLst>
              <a:ext uri="{FF2B5EF4-FFF2-40B4-BE49-F238E27FC236}">
                <a16:creationId xmlns:a16="http://schemas.microsoft.com/office/drawing/2014/main" id="{4F640A45-511E-D7EA-7D7B-D7B555C65A64}"/>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1C85221F-BB18-45A9-A024-3F89DD6C9735}"/>
              </a:ext>
            </a:extLst>
          </p:cNvPr>
          <p:cNvSpPr>
            <a:spLocks noGrp="1"/>
          </p:cNvSpPr>
          <p:nvPr>
            <p:ph type="sldNum" sz="quarter" idx="12"/>
          </p:nvPr>
        </p:nvSpPr>
        <p:spPr/>
        <p:txBody>
          <a:bodyPr/>
          <a:lstStyle>
            <a:lvl1pPr>
              <a:defRPr/>
            </a:lvl1pPr>
          </a:lstStyle>
          <a:p>
            <a:fld id="{410DBDE6-5F5E-4E92-A3FB-06E127C6C36F}" type="slidenum">
              <a:rPr lang="pt-BR" altLang="pt-BR"/>
              <a:pPr/>
              <a:t>‹nº›</a:t>
            </a:fld>
            <a:endParaRPr lang="pt-BR" altLang="pt-BR"/>
          </a:p>
        </p:txBody>
      </p:sp>
    </p:spTree>
    <p:extLst>
      <p:ext uri="{BB962C8B-B14F-4D97-AF65-F5344CB8AC3E}">
        <p14:creationId xmlns:p14="http://schemas.microsoft.com/office/powerpoint/2010/main" val="78605122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668FADC-BFC6-6C10-6DB3-DEC47D6B4ADA}"/>
              </a:ext>
            </a:extLst>
          </p:cNvPr>
          <p:cNvSpPr>
            <a:spLocks noGrp="1"/>
          </p:cNvSpPr>
          <p:nvPr>
            <p:ph type="dt" sz="half" idx="10"/>
          </p:nvPr>
        </p:nvSpPr>
        <p:spPr/>
        <p:txBody>
          <a:bodyPr/>
          <a:lstStyle>
            <a:lvl1pPr>
              <a:defRPr/>
            </a:lvl1pPr>
          </a:lstStyle>
          <a:p>
            <a:pPr>
              <a:defRPr/>
            </a:pPr>
            <a:fld id="{AE68C9B8-EA53-4163-BF4C-CD4069DA9245}" type="datetime1">
              <a:rPr lang="pt-BR"/>
              <a:pPr>
                <a:defRPr/>
              </a:pPr>
              <a:t>03/05/2026</a:t>
            </a:fld>
            <a:endParaRPr lang="pt-BR"/>
          </a:p>
        </p:txBody>
      </p:sp>
      <p:sp>
        <p:nvSpPr>
          <p:cNvPr id="5" name="Espaço Reservado para Rodapé 4">
            <a:extLst>
              <a:ext uri="{FF2B5EF4-FFF2-40B4-BE49-F238E27FC236}">
                <a16:creationId xmlns:a16="http://schemas.microsoft.com/office/drawing/2014/main" id="{3FBB56DA-0F6E-8808-CFC1-D7888BA2F5B7}"/>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A27E0CE1-14DB-0073-6B5B-FB25ECD7AAF0}"/>
              </a:ext>
            </a:extLst>
          </p:cNvPr>
          <p:cNvSpPr>
            <a:spLocks noGrp="1"/>
          </p:cNvSpPr>
          <p:nvPr>
            <p:ph type="sldNum" sz="quarter" idx="12"/>
          </p:nvPr>
        </p:nvSpPr>
        <p:spPr/>
        <p:txBody>
          <a:bodyPr/>
          <a:lstStyle>
            <a:lvl1pPr>
              <a:defRPr/>
            </a:lvl1pPr>
          </a:lstStyle>
          <a:p>
            <a:fld id="{54B4E65D-78EA-4154-A9F7-E32004107E7F}" type="slidenum">
              <a:rPr lang="pt-BR" altLang="pt-BR"/>
              <a:pPr/>
              <a:t>‹nº›</a:t>
            </a:fld>
            <a:endParaRPr lang="pt-BR" altLang="pt-BR"/>
          </a:p>
        </p:txBody>
      </p:sp>
    </p:spTree>
    <p:extLst>
      <p:ext uri="{BB962C8B-B14F-4D97-AF65-F5344CB8AC3E}">
        <p14:creationId xmlns:p14="http://schemas.microsoft.com/office/powerpoint/2010/main" val="245293501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a:t>Clique para editar o estilo do título mestre</a:t>
            </a: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do texto mestre</a:t>
            </a:r>
          </a:p>
        </p:txBody>
      </p:sp>
      <p:sp>
        <p:nvSpPr>
          <p:cNvPr id="4" name="Espaço Reservado para Data 3">
            <a:extLst>
              <a:ext uri="{FF2B5EF4-FFF2-40B4-BE49-F238E27FC236}">
                <a16:creationId xmlns:a16="http://schemas.microsoft.com/office/drawing/2014/main" id="{BA127F87-56DB-FFB9-F092-11BC5628CB8B}"/>
              </a:ext>
            </a:extLst>
          </p:cNvPr>
          <p:cNvSpPr>
            <a:spLocks noGrp="1"/>
          </p:cNvSpPr>
          <p:nvPr>
            <p:ph type="dt" sz="half" idx="10"/>
          </p:nvPr>
        </p:nvSpPr>
        <p:spPr/>
        <p:txBody>
          <a:bodyPr/>
          <a:lstStyle>
            <a:lvl1pPr>
              <a:defRPr/>
            </a:lvl1pPr>
          </a:lstStyle>
          <a:p>
            <a:pPr>
              <a:defRPr/>
            </a:pPr>
            <a:fld id="{228E2D17-3CE6-41E1-8C86-5BBDB58F1B46}" type="datetime1">
              <a:rPr lang="pt-BR"/>
              <a:pPr>
                <a:defRPr/>
              </a:pPr>
              <a:t>03/05/2026</a:t>
            </a:fld>
            <a:endParaRPr lang="pt-BR"/>
          </a:p>
        </p:txBody>
      </p:sp>
      <p:sp>
        <p:nvSpPr>
          <p:cNvPr id="5" name="Espaço Reservado para Rodapé 4">
            <a:extLst>
              <a:ext uri="{FF2B5EF4-FFF2-40B4-BE49-F238E27FC236}">
                <a16:creationId xmlns:a16="http://schemas.microsoft.com/office/drawing/2014/main" id="{56753F85-4D0F-CF60-472B-CFEC7412B481}"/>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627CB0DA-1CA8-758B-B428-10DFB98729A4}"/>
              </a:ext>
            </a:extLst>
          </p:cNvPr>
          <p:cNvSpPr>
            <a:spLocks noGrp="1"/>
          </p:cNvSpPr>
          <p:nvPr>
            <p:ph type="sldNum" sz="quarter" idx="12"/>
          </p:nvPr>
        </p:nvSpPr>
        <p:spPr/>
        <p:txBody>
          <a:bodyPr/>
          <a:lstStyle>
            <a:lvl1pPr>
              <a:defRPr/>
            </a:lvl1pPr>
          </a:lstStyle>
          <a:p>
            <a:fld id="{20D55591-9856-41AC-8329-43ACBC9BA579}" type="slidenum">
              <a:rPr lang="pt-BR" altLang="pt-BR"/>
              <a:pPr/>
              <a:t>‹nº›</a:t>
            </a:fld>
            <a:endParaRPr lang="pt-BR" altLang="pt-BR"/>
          </a:p>
        </p:txBody>
      </p:sp>
    </p:spTree>
    <p:extLst>
      <p:ext uri="{BB962C8B-B14F-4D97-AF65-F5344CB8AC3E}">
        <p14:creationId xmlns:p14="http://schemas.microsoft.com/office/powerpoint/2010/main" val="212240636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3">
            <a:extLst>
              <a:ext uri="{FF2B5EF4-FFF2-40B4-BE49-F238E27FC236}">
                <a16:creationId xmlns:a16="http://schemas.microsoft.com/office/drawing/2014/main" id="{268C7D97-BDF6-B7BF-59A1-0E36CED4B5CF}"/>
              </a:ext>
            </a:extLst>
          </p:cNvPr>
          <p:cNvSpPr>
            <a:spLocks noGrp="1"/>
          </p:cNvSpPr>
          <p:nvPr>
            <p:ph type="dt" sz="half" idx="10"/>
          </p:nvPr>
        </p:nvSpPr>
        <p:spPr/>
        <p:txBody>
          <a:bodyPr/>
          <a:lstStyle>
            <a:lvl1pPr>
              <a:defRPr/>
            </a:lvl1pPr>
          </a:lstStyle>
          <a:p>
            <a:pPr>
              <a:defRPr/>
            </a:pPr>
            <a:fld id="{07654CDF-2381-47B1-8417-96B5A65FF0DB}" type="datetime1">
              <a:rPr lang="pt-BR"/>
              <a:pPr>
                <a:defRPr/>
              </a:pPr>
              <a:t>03/05/2026</a:t>
            </a:fld>
            <a:endParaRPr lang="pt-BR"/>
          </a:p>
        </p:txBody>
      </p:sp>
      <p:sp>
        <p:nvSpPr>
          <p:cNvPr id="6" name="Espaço Reservado para Rodapé 4">
            <a:extLst>
              <a:ext uri="{FF2B5EF4-FFF2-40B4-BE49-F238E27FC236}">
                <a16:creationId xmlns:a16="http://schemas.microsoft.com/office/drawing/2014/main" id="{AF9A2359-17E9-F8F9-5D05-BCC802481FB4}"/>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EC57472A-D3EB-C37E-6C7B-C2FF78D124E5}"/>
              </a:ext>
            </a:extLst>
          </p:cNvPr>
          <p:cNvSpPr>
            <a:spLocks noGrp="1"/>
          </p:cNvSpPr>
          <p:nvPr>
            <p:ph type="sldNum" sz="quarter" idx="12"/>
          </p:nvPr>
        </p:nvSpPr>
        <p:spPr/>
        <p:txBody>
          <a:bodyPr/>
          <a:lstStyle>
            <a:lvl1pPr>
              <a:defRPr/>
            </a:lvl1pPr>
          </a:lstStyle>
          <a:p>
            <a:fld id="{E5C37DCD-945D-4510-B0B4-95A6B7B77C5B}" type="slidenum">
              <a:rPr lang="pt-BR" altLang="pt-BR"/>
              <a:pPr/>
              <a:t>‹nº›</a:t>
            </a:fld>
            <a:endParaRPr lang="pt-BR" altLang="pt-BR"/>
          </a:p>
        </p:txBody>
      </p:sp>
    </p:spTree>
    <p:extLst>
      <p:ext uri="{BB962C8B-B14F-4D97-AF65-F5344CB8AC3E}">
        <p14:creationId xmlns:p14="http://schemas.microsoft.com/office/powerpoint/2010/main" val="267529591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3">
            <a:extLst>
              <a:ext uri="{FF2B5EF4-FFF2-40B4-BE49-F238E27FC236}">
                <a16:creationId xmlns:a16="http://schemas.microsoft.com/office/drawing/2014/main" id="{91C854CA-75EF-A81A-E0CE-8C90A5B7C632}"/>
              </a:ext>
            </a:extLst>
          </p:cNvPr>
          <p:cNvSpPr>
            <a:spLocks noGrp="1"/>
          </p:cNvSpPr>
          <p:nvPr>
            <p:ph type="dt" sz="half" idx="10"/>
          </p:nvPr>
        </p:nvSpPr>
        <p:spPr/>
        <p:txBody>
          <a:bodyPr/>
          <a:lstStyle>
            <a:lvl1pPr>
              <a:defRPr/>
            </a:lvl1pPr>
          </a:lstStyle>
          <a:p>
            <a:pPr>
              <a:defRPr/>
            </a:pPr>
            <a:fld id="{3070B0EE-88F3-4B7C-AED3-F4239BF4A9B7}" type="datetime1">
              <a:rPr lang="pt-BR"/>
              <a:pPr>
                <a:defRPr/>
              </a:pPr>
              <a:t>03/05/2026</a:t>
            </a:fld>
            <a:endParaRPr lang="pt-BR"/>
          </a:p>
        </p:txBody>
      </p:sp>
      <p:sp>
        <p:nvSpPr>
          <p:cNvPr id="8" name="Espaço Reservado para Rodapé 4">
            <a:extLst>
              <a:ext uri="{FF2B5EF4-FFF2-40B4-BE49-F238E27FC236}">
                <a16:creationId xmlns:a16="http://schemas.microsoft.com/office/drawing/2014/main" id="{782D46A3-9D84-8287-E598-2AE303A6AD52}"/>
              </a:ext>
            </a:extLst>
          </p:cNvPr>
          <p:cNvSpPr>
            <a:spLocks noGrp="1"/>
          </p:cNvSpPr>
          <p:nvPr>
            <p:ph type="ftr" sz="quarter" idx="11"/>
          </p:nvPr>
        </p:nvSpPr>
        <p:spPr/>
        <p:txBody>
          <a:bodyPr/>
          <a:lstStyle>
            <a:lvl1pPr>
              <a:defRPr/>
            </a:lvl1pPr>
          </a:lstStyle>
          <a:p>
            <a:pPr>
              <a:defRPr/>
            </a:pPr>
            <a:endParaRPr lang="pt-BR"/>
          </a:p>
        </p:txBody>
      </p:sp>
      <p:sp>
        <p:nvSpPr>
          <p:cNvPr id="9" name="Espaço Reservado para Número de Slide 5">
            <a:extLst>
              <a:ext uri="{FF2B5EF4-FFF2-40B4-BE49-F238E27FC236}">
                <a16:creationId xmlns:a16="http://schemas.microsoft.com/office/drawing/2014/main" id="{FA263F5D-626C-9377-E534-286B7A9DB99C}"/>
              </a:ext>
            </a:extLst>
          </p:cNvPr>
          <p:cNvSpPr>
            <a:spLocks noGrp="1"/>
          </p:cNvSpPr>
          <p:nvPr>
            <p:ph type="sldNum" sz="quarter" idx="12"/>
          </p:nvPr>
        </p:nvSpPr>
        <p:spPr/>
        <p:txBody>
          <a:bodyPr/>
          <a:lstStyle>
            <a:lvl1pPr>
              <a:defRPr/>
            </a:lvl1pPr>
          </a:lstStyle>
          <a:p>
            <a:fld id="{07D6D85A-D5A3-4474-AED2-A77F9892AC49}" type="slidenum">
              <a:rPr lang="pt-BR" altLang="pt-BR"/>
              <a:pPr/>
              <a:t>‹nº›</a:t>
            </a:fld>
            <a:endParaRPr lang="pt-BR" altLang="pt-BR"/>
          </a:p>
        </p:txBody>
      </p:sp>
    </p:spTree>
    <p:extLst>
      <p:ext uri="{BB962C8B-B14F-4D97-AF65-F5344CB8AC3E}">
        <p14:creationId xmlns:p14="http://schemas.microsoft.com/office/powerpoint/2010/main" val="86147707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Data 3">
            <a:extLst>
              <a:ext uri="{FF2B5EF4-FFF2-40B4-BE49-F238E27FC236}">
                <a16:creationId xmlns:a16="http://schemas.microsoft.com/office/drawing/2014/main" id="{43FE81A4-A11A-9288-2248-9DE05CCA062A}"/>
              </a:ext>
            </a:extLst>
          </p:cNvPr>
          <p:cNvSpPr>
            <a:spLocks noGrp="1"/>
          </p:cNvSpPr>
          <p:nvPr>
            <p:ph type="dt" sz="half" idx="10"/>
          </p:nvPr>
        </p:nvSpPr>
        <p:spPr/>
        <p:txBody>
          <a:bodyPr/>
          <a:lstStyle>
            <a:lvl1pPr>
              <a:defRPr/>
            </a:lvl1pPr>
          </a:lstStyle>
          <a:p>
            <a:pPr>
              <a:defRPr/>
            </a:pPr>
            <a:fld id="{2AF91089-BDD6-4DA2-91B1-7D3C03E60D5B}" type="datetime1">
              <a:rPr lang="pt-BR"/>
              <a:pPr>
                <a:defRPr/>
              </a:pPr>
              <a:t>03/05/2026</a:t>
            </a:fld>
            <a:endParaRPr lang="pt-BR"/>
          </a:p>
        </p:txBody>
      </p:sp>
      <p:sp>
        <p:nvSpPr>
          <p:cNvPr id="4" name="Espaço Reservado para Rodapé 4">
            <a:extLst>
              <a:ext uri="{FF2B5EF4-FFF2-40B4-BE49-F238E27FC236}">
                <a16:creationId xmlns:a16="http://schemas.microsoft.com/office/drawing/2014/main" id="{9536F86D-D387-F782-3B30-BAFF740AE022}"/>
              </a:ext>
            </a:extLst>
          </p:cNvPr>
          <p:cNvSpPr>
            <a:spLocks noGrp="1"/>
          </p:cNvSpPr>
          <p:nvPr>
            <p:ph type="ftr" sz="quarter" idx="11"/>
          </p:nvPr>
        </p:nvSpPr>
        <p:spPr/>
        <p:txBody>
          <a:bodyPr/>
          <a:lstStyle>
            <a:lvl1pPr>
              <a:defRPr/>
            </a:lvl1pPr>
          </a:lstStyle>
          <a:p>
            <a:pPr>
              <a:defRPr/>
            </a:pPr>
            <a:endParaRPr lang="pt-BR"/>
          </a:p>
        </p:txBody>
      </p:sp>
      <p:sp>
        <p:nvSpPr>
          <p:cNvPr id="5" name="Espaço Reservado para Número de Slide 5">
            <a:extLst>
              <a:ext uri="{FF2B5EF4-FFF2-40B4-BE49-F238E27FC236}">
                <a16:creationId xmlns:a16="http://schemas.microsoft.com/office/drawing/2014/main" id="{1086C643-7FED-8BCA-7C60-DDD4FDE3AD04}"/>
              </a:ext>
            </a:extLst>
          </p:cNvPr>
          <p:cNvSpPr>
            <a:spLocks noGrp="1"/>
          </p:cNvSpPr>
          <p:nvPr>
            <p:ph type="sldNum" sz="quarter" idx="12"/>
          </p:nvPr>
        </p:nvSpPr>
        <p:spPr/>
        <p:txBody>
          <a:bodyPr/>
          <a:lstStyle>
            <a:lvl1pPr>
              <a:defRPr/>
            </a:lvl1pPr>
          </a:lstStyle>
          <a:p>
            <a:fld id="{9BF4EB8C-72F3-4A61-BDC8-2AA6A1D189F9}" type="slidenum">
              <a:rPr lang="pt-BR" altLang="pt-BR"/>
              <a:pPr/>
              <a:t>‹nº›</a:t>
            </a:fld>
            <a:endParaRPr lang="pt-BR" altLang="pt-BR"/>
          </a:p>
        </p:txBody>
      </p:sp>
    </p:spTree>
    <p:extLst>
      <p:ext uri="{BB962C8B-B14F-4D97-AF65-F5344CB8AC3E}">
        <p14:creationId xmlns:p14="http://schemas.microsoft.com/office/powerpoint/2010/main" val="301945390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3">
            <a:extLst>
              <a:ext uri="{FF2B5EF4-FFF2-40B4-BE49-F238E27FC236}">
                <a16:creationId xmlns:a16="http://schemas.microsoft.com/office/drawing/2014/main" id="{99C49334-8368-B304-7817-BE9375616276}"/>
              </a:ext>
            </a:extLst>
          </p:cNvPr>
          <p:cNvSpPr>
            <a:spLocks noGrp="1"/>
          </p:cNvSpPr>
          <p:nvPr>
            <p:ph type="dt" sz="half" idx="10"/>
          </p:nvPr>
        </p:nvSpPr>
        <p:spPr/>
        <p:txBody>
          <a:bodyPr/>
          <a:lstStyle>
            <a:lvl1pPr>
              <a:defRPr/>
            </a:lvl1pPr>
          </a:lstStyle>
          <a:p>
            <a:pPr>
              <a:defRPr/>
            </a:pPr>
            <a:fld id="{AA3A1DC3-6A4B-4040-BCC6-91AAD2EFA041}" type="datetime1">
              <a:rPr lang="pt-BR"/>
              <a:pPr>
                <a:defRPr/>
              </a:pPr>
              <a:t>03/05/2026</a:t>
            </a:fld>
            <a:endParaRPr lang="pt-BR"/>
          </a:p>
        </p:txBody>
      </p:sp>
      <p:sp>
        <p:nvSpPr>
          <p:cNvPr id="3" name="Espaço Reservado para Rodapé 4">
            <a:extLst>
              <a:ext uri="{FF2B5EF4-FFF2-40B4-BE49-F238E27FC236}">
                <a16:creationId xmlns:a16="http://schemas.microsoft.com/office/drawing/2014/main" id="{BFF074A9-2B4F-FD81-2CE0-76EA7CA5D71E}"/>
              </a:ext>
            </a:extLst>
          </p:cNvPr>
          <p:cNvSpPr>
            <a:spLocks noGrp="1"/>
          </p:cNvSpPr>
          <p:nvPr>
            <p:ph type="ftr" sz="quarter" idx="11"/>
          </p:nvPr>
        </p:nvSpPr>
        <p:spPr/>
        <p:txBody>
          <a:bodyPr/>
          <a:lstStyle>
            <a:lvl1pPr>
              <a:defRPr/>
            </a:lvl1pPr>
          </a:lstStyle>
          <a:p>
            <a:pPr>
              <a:defRPr/>
            </a:pPr>
            <a:endParaRPr lang="pt-BR"/>
          </a:p>
        </p:txBody>
      </p:sp>
      <p:sp>
        <p:nvSpPr>
          <p:cNvPr id="4" name="Espaço Reservado para Número de Slide 5">
            <a:extLst>
              <a:ext uri="{FF2B5EF4-FFF2-40B4-BE49-F238E27FC236}">
                <a16:creationId xmlns:a16="http://schemas.microsoft.com/office/drawing/2014/main" id="{24E29F7C-B487-384C-19AF-A71BBE660A35}"/>
              </a:ext>
            </a:extLst>
          </p:cNvPr>
          <p:cNvSpPr>
            <a:spLocks noGrp="1"/>
          </p:cNvSpPr>
          <p:nvPr>
            <p:ph type="sldNum" sz="quarter" idx="12"/>
          </p:nvPr>
        </p:nvSpPr>
        <p:spPr/>
        <p:txBody>
          <a:bodyPr/>
          <a:lstStyle>
            <a:lvl1pPr>
              <a:defRPr/>
            </a:lvl1pPr>
          </a:lstStyle>
          <a:p>
            <a:fld id="{15222FE3-E444-4D06-A1E5-A37AD4927EB3}" type="slidenum">
              <a:rPr lang="pt-BR" altLang="pt-BR"/>
              <a:pPr/>
              <a:t>‹nº›</a:t>
            </a:fld>
            <a:endParaRPr lang="pt-BR" altLang="pt-BR"/>
          </a:p>
        </p:txBody>
      </p:sp>
    </p:spTree>
    <p:extLst>
      <p:ext uri="{BB962C8B-B14F-4D97-AF65-F5344CB8AC3E}">
        <p14:creationId xmlns:p14="http://schemas.microsoft.com/office/powerpoint/2010/main" val="225001734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a:t>Clique para editar o estilo do título mestre</a:t>
            </a: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3">
            <a:extLst>
              <a:ext uri="{FF2B5EF4-FFF2-40B4-BE49-F238E27FC236}">
                <a16:creationId xmlns:a16="http://schemas.microsoft.com/office/drawing/2014/main" id="{6C65950D-B786-6C0C-16BB-32D9D1B0DAF7}"/>
              </a:ext>
            </a:extLst>
          </p:cNvPr>
          <p:cNvSpPr>
            <a:spLocks noGrp="1"/>
          </p:cNvSpPr>
          <p:nvPr>
            <p:ph type="dt" sz="half" idx="10"/>
          </p:nvPr>
        </p:nvSpPr>
        <p:spPr/>
        <p:txBody>
          <a:bodyPr/>
          <a:lstStyle>
            <a:lvl1pPr>
              <a:defRPr/>
            </a:lvl1pPr>
          </a:lstStyle>
          <a:p>
            <a:pPr>
              <a:defRPr/>
            </a:pPr>
            <a:fld id="{518E27E0-0A59-4B4E-B6DA-13C567DDADC9}" type="datetime1">
              <a:rPr lang="pt-BR"/>
              <a:pPr>
                <a:defRPr/>
              </a:pPr>
              <a:t>03/05/2026</a:t>
            </a:fld>
            <a:endParaRPr lang="pt-BR"/>
          </a:p>
        </p:txBody>
      </p:sp>
      <p:sp>
        <p:nvSpPr>
          <p:cNvPr id="6" name="Espaço Reservado para Rodapé 4">
            <a:extLst>
              <a:ext uri="{FF2B5EF4-FFF2-40B4-BE49-F238E27FC236}">
                <a16:creationId xmlns:a16="http://schemas.microsoft.com/office/drawing/2014/main" id="{4C35CBEA-B5D5-2779-A22E-A787CC4F586B}"/>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5EF77A8D-9FA2-0843-EAD7-9532CFEBD2CD}"/>
              </a:ext>
            </a:extLst>
          </p:cNvPr>
          <p:cNvSpPr>
            <a:spLocks noGrp="1"/>
          </p:cNvSpPr>
          <p:nvPr>
            <p:ph type="sldNum" sz="quarter" idx="12"/>
          </p:nvPr>
        </p:nvSpPr>
        <p:spPr/>
        <p:txBody>
          <a:bodyPr/>
          <a:lstStyle>
            <a:lvl1pPr>
              <a:defRPr/>
            </a:lvl1pPr>
          </a:lstStyle>
          <a:p>
            <a:fld id="{10585ACB-C4A9-48F6-A19C-8EB1F3E9C11C}" type="slidenum">
              <a:rPr lang="pt-BR" altLang="pt-BR"/>
              <a:pPr/>
              <a:t>‹nº›</a:t>
            </a:fld>
            <a:endParaRPr lang="pt-BR" altLang="pt-BR"/>
          </a:p>
        </p:txBody>
      </p:sp>
    </p:spTree>
    <p:extLst>
      <p:ext uri="{BB962C8B-B14F-4D97-AF65-F5344CB8AC3E}">
        <p14:creationId xmlns:p14="http://schemas.microsoft.com/office/powerpoint/2010/main" val="409927531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a:t>Clique para editar o estilo do título mestre</a:t>
            </a:r>
          </a:p>
        </p:txBody>
      </p:sp>
      <p:sp>
        <p:nvSpPr>
          <p:cNvPr id="3" name="Espaço Reservado para Imagem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t-BR" noProof="0"/>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3">
            <a:extLst>
              <a:ext uri="{FF2B5EF4-FFF2-40B4-BE49-F238E27FC236}">
                <a16:creationId xmlns:a16="http://schemas.microsoft.com/office/drawing/2014/main" id="{6949BB85-68FE-AA81-0F5C-F9D2396BA234}"/>
              </a:ext>
            </a:extLst>
          </p:cNvPr>
          <p:cNvSpPr>
            <a:spLocks noGrp="1"/>
          </p:cNvSpPr>
          <p:nvPr>
            <p:ph type="dt" sz="half" idx="10"/>
          </p:nvPr>
        </p:nvSpPr>
        <p:spPr/>
        <p:txBody>
          <a:bodyPr/>
          <a:lstStyle>
            <a:lvl1pPr>
              <a:defRPr/>
            </a:lvl1pPr>
          </a:lstStyle>
          <a:p>
            <a:pPr>
              <a:defRPr/>
            </a:pPr>
            <a:fld id="{4CA1E811-3BD6-4183-A00D-90F398A00160}" type="datetime1">
              <a:rPr lang="pt-BR"/>
              <a:pPr>
                <a:defRPr/>
              </a:pPr>
              <a:t>03/05/2026</a:t>
            </a:fld>
            <a:endParaRPr lang="pt-BR"/>
          </a:p>
        </p:txBody>
      </p:sp>
      <p:sp>
        <p:nvSpPr>
          <p:cNvPr id="6" name="Espaço Reservado para Rodapé 4">
            <a:extLst>
              <a:ext uri="{FF2B5EF4-FFF2-40B4-BE49-F238E27FC236}">
                <a16:creationId xmlns:a16="http://schemas.microsoft.com/office/drawing/2014/main" id="{A5D8E9EF-4463-FFDA-E4E7-E72346771561}"/>
              </a:ext>
            </a:extLst>
          </p:cNvPr>
          <p:cNvSpPr>
            <a:spLocks noGrp="1"/>
          </p:cNvSpPr>
          <p:nvPr>
            <p:ph type="ftr" sz="quarter" idx="11"/>
          </p:nvPr>
        </p:nvSpPr>
        <p:spPr/>
        <p:txBody>
          <a:bodyPr/>
          <a:lstStyle>
            <a:lvl1pPr>
              <a:defRPr/>
            </a:lvl1pPr>
          </a:lstStyle>
          <a:p>
            <a:pPr>
              <a:defRPr/>
            </a:pPr>
            <a:endParaRPr lang="pt-BR"/>
          </a:p>
        </p:txBody>
      </p:sp>
      <p:sp>
        <p:nvSpPr>
          <p:cNvPr id="7" name="Espaço Reservado para Número de Slide 5">
            <a:extLst>
              <a:ext uri="{FF2B5EF4-FFF2-40B4-BE49-F238E27FC236}">
                <a16:creationId xmlns:a16="http://schemas.microsoft.com/office/drawing/2014/main" id="{21E8A5B5-0479-4B6A-7B2C-93092432C49B}"/>
              </a:ext>
            </a:extLst>
          </p:cNvPr>
          <p:cNvSpPr>
            <a:spLocks noGrp="1"/>
          </p:cNvSpPr>
          <p:nvPr>
            <p:ph type="sldNum" sz="quarter" idx="12"/>
          </p:nvPr>
        </p:nvSpPr>
        <p:spPr/>
        <p:txBody>
          <a:bodyPr/>
          <a:lstStyle>
            <a:lvl1pPr>
              <a:defRPr/>
            </a:lvl1pPr>
          </a:lstStyle>
          <a:p>
            <a:fld id="{1A939FC3-9CFE-49A1-BC8A-D265AF516E8B}" type="slidenum">
              <a:rPr lang="pt-BR" altLang="pt-BR"/>
              <a:pPr/>
              <a:t>‹nº›</a:t>
            </a:fld>
            <a:endParaRPr lang="pt-BR" altLang="pt-BR"/>
          </a:p>
        </p:txBody>
      </p:sp>
    </p:spTree>
    <p:extLst>
      <p:ext uri="{BB962C8B-B14F-4D97-AF65-F5344CB8AC3E}">
        <p14:creationId xmlns:p14="http://schemas.microsoft.com/office/powerpoint/2010/main" val="51253122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B15EDD8-7490-6D70-14AE-5B05412731C1}"/>
              </a:ext>
            </a:extLst>
          </p:cNvPr>
          <p:cNvSpPr>
            <a:spLocks noGrp="1"/>
          </p:cNvSpPr>
          <p:nvPr>
            <p:ph type="dt" sz="half" idx="10"/>
          </p:nvPr>
        </p:nvSpPr>
        <p:spPr/>
        <p:txBody>
          <a:bodyPr/>
          <a:lstStyle>
            <a:lvl1pPr>
              <a:defRPr/>
            </a:lvl1pPr>
          </a:lstStyle>
          <a:p>
            <a:pPr>
              <a:defRPr/>
            </a:pPr>
            <a:fld id="{4D89B1FE-F568-4A21-9E25-CD21A926CC17}" type="datetime1">
              <a:rPr lang="pt-BR"/>
              <a:pPr>
                <a:defRPr/>
              </a:pPr>
              <a:t>03/05/2026</a:t>
            </a:fld>
            <a:endParaRPr lang="pt-BR"/>
          </a:p>
        </p:txBody>
      </p:sp>
      <p:sp>
        <p:nvSpPr>
          <p:cNvPr id="5" name="Espaço Reservado para Rodapé 4">
            <a:extLst>
              <a:ext uri="{FF2B5EF4-FFF2-40B4-BE49-F238E27FC236}">
                <a16:creationId xmlns:a16="http://schemas.microsoft.com/office/drawing/2014/main" id="{5A20DFA8-7E99-0093-6610-020B3AB94B40}"/>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13BD10AE-2E55-DBF8-DDBE-3F82F1F4E7C9}"/>
              </a:ext>
            </a:extLst>
          </p:cNvPr>
          <p:cNvSpPr>
            <a:spLocks noGrp="1"/>
          </p:cNvSpPr>
          <p:nvPr>
            <p:ph type="sldNum" sz="quarter" idx="12"/>
          </p:nvPr>
        </p:nvSpPr>
        <p:spPr/>
        <p:txBody>
          <a:bodyPr/>
          <a:lstStyle>
            <a:lvl1pPr>
              <a:defRPr/>
            </a:lvl1pPr>
          </a:lstStyle>
          <a:p>
            <a:fld id="{DDF5D773-4D91-47F4-973F-85070F5D1862}" type="slidenum">
              <a:rPr lang="pt-BR" altLang="pt-BR"/>
              <a:pPr/>
              <a:t>‹nº›</a:t>
            </a:fld>
            <a:endParaRPr lang="pt-BR" altLang="pt-BR"/>
          </a:p>
        </p:txBody>
      </p:sp>
    </p:spTree>
    <p:extLst>
      <p:ext uri="{BB962C8B-B14F-4D97-AF65-F5344CB8AC3E}">
        <p14:creationId xmlns:p14="http://schemas.microsoft.com/office/powerpoint/2010/main" val="250944217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04D0731-0A91-01E8-E674-6A2134405D3C}"/>
              </a:ext>
            </a:extLst>
          </p:cNvPr>
          <p:cNvSpPr>
            <a:spLocks noGrp="1"/>
          </p:cNvSpPr>
          <p:nvPr>
            <p:ph type="dt" sz="half" idx="10"/>
          </p:nvPr>
        </p:nvSpPr>
        <p:spPr/>
        <p:txBody>
          <a:bodyPr/>
          <a:lstStyle>
            <a:lvl1pPr>
              <a:defRPr/>
            </a:lvl1pPr>
          </a:lstStyle>
          <a:p>
            <a:pPr>
              <a:defRPr/>
            </a:pPr>
            <a:fld id="{689D00FE-6CEE-4225-B0F3-9BDA3A428AEE}" type="datetime1">
              <a:rPr lang="pt-BR"/>
              <a:pPr>
                <a:defRPr/>
              </a:pPr>
              <a:t>03/05/2026</a:t>
            </a:fld>
            <a:endParaRPr lang="pt-BR"/>
          </a:p>
        </p:txBody>
      </p:sp>
      <p:sp>
        <p:nvSpPr>
          <p:cNvPr id="5" name="Espaço Reservado para Rodapé 4">
            <a:extLst>
              <a:ext uri="{FF2B5EF4-FFF2-40B4-BE49-F238E27FC236}">
                <a16:creationId xmlns:a16="http://schemas.microsoft.com/office/drawing/2014/main" id="{8A373D88-86D6-5A96-4011-47E6E4F4E869}"/>
              </a:ext>
            </a:extLst>
          </p:cNvPr>
          <p:cNvSpPr>
            <a:spLocks noGrp="1"/>
          </p:cNvSpPr>
          <p:nvPr>
            <p:ph type="ftr" sz="quarter" idx="11"/>
          </p:nvPr>
        </p:nvSpPr>
        <p:spPr/>
        <p:txBody>
          <a:bodyPr/>
          <a:lstStyle>
            <a:lvl1pPr>
              <a:defRPr/>
            </a:lvl1pPr>
          </a:lstStyle>
          <a:p>
            <a:pPr>
              <a:defRPr/>
            </a:pPr>
            <a:endParaRPr lang="pt-BR"/>
          </a:p>
        </p:txBody>
      </p:sp>
      <p:sp>
        <p:nvSpPr>
          <p:cNvPr id="6" name="Espaço Reservado para Número de Slide 5">
            <a:extLst>
              <a:ext uri="{FF2B5EF4-FFF2-40B4-BE49-F238E27FC236}">
                <a16:creationId xmlns:a16="http://schemas.microsoft.com/office/drawing/2014/main" id="{726B82D2-3A1B-B9F7-D8C9-7E79C244620A}"/>
              </a:ext>
            </a:extLst>
          </p:cNvPr>
          <p:cNvSpPr>
            <a:spLocks noGrp="1"/>
          </p:cNvSpPr>
          <p:nvPr>
            <p:ph type="sldNum" sz="quarter" idx="12"/>
          </p:nvPr>
        </p:nvSpPr>
        <p:spPr/>
        <p:txBody>
          <a:bodyPr/>
          <a:lstStyle>
            <a:lvl1pPr>
              <a:defRPr/>
            </a:lvl1pPr>
          </a:lstStyle>
          <a:p>
            <a:fld id="{A8A72414-6BE6-441B-9C32-F33197EEEEF9}" type="slidenum">
              <a:rPr lang="pt-BR" altLang="pt-BR"/>
              <a:pPr/>
              <a:t>‹nº›</a:t>
            </a:fld>
            <a:endParaRPr lang="pt-BR" altLang="pt-BR"/>
          </a:p>
        </p:txBody>
      </p:sp>
    </p:spTree>
    <p:extLst>
      <p:ext uri="{BB962C8B-B14F-4D97-AF65-F5344CB8AC3E}">
        <p14:creationId xmlns:p14="http://schemas.microsoft.com/office/powerpoint/2010/main" val="839620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Espaço Reservado para Título 1">
            <a:extLst>
              <a:ext uri="{FF2B5EF4-FFF2-40B4-BE49-F238E27FC236}">
                <a16:creationId xmlns:a16="http://schemas.microsoft.com/office/drawing/2014/main" id="{04EB60CD-24D5-5FE1-7F16-C107F5CCE253}"/>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t-BR" altLang="pt-BR"/>
              <a:t>Clique para editar o estilo do título mestre</a:t>
            </a:r>
          </a:p>
        </p:txBody>
      </p:sp>
      <p:sp>
        <p:nvSpPr>
          <p:cNvPr id="6147" name="Espaço Reservado para Texto 2">
            <a:extLst>
              <a:ext uri="{FF2B5EF4-FFF2-40B4-BE49-F238E27FC236}">
                <a16:creationId xmlns:a16="http://schemas.microsoft.com/office/drawing/2014/main" id="{64D4F932-DD82-B4DD-344C-69F988C51AB7}"/>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t-BR" altLang="pt-BR"/>
              <a:t>Clique para editar os estilos do texto mestre</a:t>
            </a:r>
          </a:p>
          <a:p>
            <a:pPr lvl="1"/>
            <a:r>
              <a:rPr lang="pt-BR" altLang="pt-BR"/>
              <a:t>Segundo nível</a:t>
            </a:r>
          </a:p>
          <a:p>
            <a:pPr lvl="2"/>
            <a:r>
              <a:rPr lang="pt-BR" altLang="pt-BR"/>
              <a:t>Terceiro nível</a:t>
            </a:r>
          </a:p>
          <a:p>
            <a:pPr lvl="3"/>
            <a:r>
              <a:rPr lang="pt-BR" altLang="pt-BR"/>
              <a:t>Quarto nível</a:t>
            </a:r>
          </a:p>
          <a:p>
            <a:pPr lvl="4"/>
            <a:r>
              <a:rPr lang="pt-BR" altLang="pt-BR"/>
              <a:t>Quinto nível</a:t>
            </a:r>
          </a:p>
        </p:txBody>
      </p:sp>
      <p:sp>
        <p:nvSpPr>
          <p:cNvPr id="4" name="Espaço Reservado para Data 3">
            <a:extLst>
              <a:ext uri="{FF2B5EF4-FFF2-40B4-BE49-F238E27FC236}">
                <a16:creationId xmlns:a16="http://schemas.microsoft.com/office/drawing/2014/main" id="{159921DD-0C9F-840D-E5E9-F7E1CEBADF49}"/>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A9DCC029-AE59-475E-A71B-59F14468331D}" type="datetime1">
              <a:rPr lang="pt-BR"/>
              <a:pPr>
                <a:defRPr/>
              </a:pPr>
              <a:t>03/05/2026</a:t>
            </a:fld>
            <a:endParaRPr lang="pt-BR"/>
          </a:p>
        </p:txBody>
      </p:sp>
      <p:sp>
        <p:nvSpPr>
          <p:cNvPr id="5" name="Espaço Reservado para Rodapé 4">
            <a:extLst>
              <a:ext uri="{FF2B5EF4-FFF2-40B4-BE49-F238E27FC236}">
                <a16:creationId xmlns:a16="http://schemas.microsoft.com/office/drawing/2014/main" id="{170B97A5-1C6E-897E-5DBC-AD78C57C46F5}"/>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pt-BR"/>
          </a:p>
        </p:txBody>
      </p:sp>
      <p:sp>
        <p:nvSpPr>
          <p:cNvPr id="6" name="Espaço Reservado para Número de Slide 5">
            <a:extLst>
              <a:ext uri="{FF2B5EF4-FFF2-40B4-BE49-F238E27FC236}">
                <a16:creationId xmlns:a16="http://schemas.microsoft.com/office/drawing/2014/main" id="{162FED42-2B00-FBCE-0429-AACBAE78AE4C}"/>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E452E9DE-93C2-4D6A-B71D-C50097A9386A}" type="slidenum">
              <a:rPr lang="pt-BR" altLang="pt-BR"/>
              <a:pPr/>
              <a:t>‹nº›</a:t>
            </a:fld>
            <a:endParaRPr lang="pt-BR" altLang="pt-BR"/>
          </a:p>
        </p:txBody>
      </p:sp>
    </p:spTree>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Espaço Reservado para Título 1">
            <a:extLst>
              <a:ext uri="{FF2B5EF4-FFF2-40B4-BE49-F238E27FC236}">
                <a16:creationId xmlns:a16="http://schemas.microsoft.com/office/drawing/2014/main" id="{34055EF4-4B70-A6BA-E325-6A3BC985F3B3}"/>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t-BR" altLang="pt-BR"/>
              <a:t>Clique para editar o estilo do título mestre</a:t>
            </a:r>
          </a:p>
        </p:txBody>
      </p:sp>
      <p:sp>
        <p:nvSpPr>
          <p:cNvPr id="7171" name="Espaço Reservado para Texto 2">
            <a:extLst>
              <a:ext uri="{FF2B5EF4-FFF2-40B4-BE49-F238E27FC236}">
                <a16:creationId xmlns:a16="http://schemas.microsoft.com/office/drawing/2014/main" id="{9B9B56C4-139A-EF80-CC5C-375DE347B280}"/>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t-BR" altLang="pt-BR"/>
              <a:t>Clique para editar os estilos do texto mestre</a:t>
            </a:r>
          </a:p>
          <a:p>
            <a:pPr lvl="1"/>
            <a:r>
              <a:rPr lang="pt-BR" altLang="pt-BR"/>
              <a:t>Segundo nível</a:t>
            </a:r>
          </a:p>
          <a:p>
            <a:pPr lvl="2"/>
            <a:r>
              <a:rPr lang="pt-BR" altLang="pt-BR"/>
              <a:t>Terceiro nível</a:t>
            </a:r>
          </a:p>
          <a:p>
            <a:pPr lvl="3"/>
            <a:r>
              <a:rPr lang="pt-BR" altLang="pt-BR"/>
              <a:t>Quarto nível</a:t>
            </a:r>
          </a:p>
          <a:p>
            <a:pPr lvl="4"/>
            <a:r>
              <a:rPr lang="pt-BR" altLang="pt-BR"/>
              <a:t>Quinto nível</a:t>
            </a:r>
          </a:p>
        </p:txBody>
      </p:sp>
      <p:sp>
        <p:nvSpPr>
          <p:cNvPr id="4" name="Espaço Reservado para Data 3">
            <a:extLst>
              <a:ext uri="{FF2B5EF4-FFF2-40B4-BE49-F238E27FC236}">
                <a16:creationId xmlns:a16="http://schemas.microsoft.com/office/drawing/2014/main" id="{831E3C75-5CA1-FD06-112D-572A938E46C3}"/>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mn-lt"/>
                <a:cs typeface="+mn-cs"/>
              </a:defRPr>
            </a:lvl1pPr>
          </a:lstStyle>
          <a:p>
            <a:pPr>
              <a:defRPr/>
            </a:pPr>
            <a:fld id="{EA25FFFA-18F8-4F64-AF63-2E2CB7C4BC60}" type="datetime1">
              <a:rPr lang="pt-BR"/>
              <a:pPr>
                <a:defRPr/>
              </a:pPr>
              <a:t>03/05/2026</a:t>
            </a:fld>
            <a:endParaRPr lang="pt-BR"/>
          </a:p>
        </p:txBody>
      </p:sp>
      <p:sp>
        <p:nvSpPr>
          <p:cNvPr id="5" name="Espaço Reservado para Rodapé 4">
            <a:extLst>
              <a:ext uri="{FF2B5EF4-FFF2-40B4-BE49-F238E27FC236}">
                <a16:creationId xmlns:a16="http://schemas.microsoft.com/office/drawing/2014/main" id="{D6428CE7-504F-E888-CAE9-7EACA9521E31}"/>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mn-lt"/>
                <a:cs typeface="+mn-cs"/>
              </a:defRPr>
            </a:lvl1pPr>
          </a:lstStyle>
          <a:p>
            <a:pPr>
              <a:defRPr/>
            </a:pPr>
            <a:endParaRPr lang="pt-BR"/>
          </a:p>
        </p:txBody>
      </p:sp>
      <p:sp>
        <p:nvSpPr>
          <p:cNvPr id="6" name="Espaço Reservado para Número de Slide 5">
            <a:extLst>
              <a:ext uri="{FF2B5EF4-FFF2-40B4-BE49-F238E27FC236}">
                <a16:creationId xmlns:a16="http://schemas.microsoft.com/office/drawing/2014/main" id="{670B5541-C05D-B307-7C62-A5FD3ABF0EA7}"/>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73794C01-8E2F-4EC4-9FE4-02BDCE886BF9}" type="slidenum">
              <a:rPr lang="pt-BR" altLang="pt-BR"/>
              <a:pPr/>
              <a:t>‹nº›</a:t>
            </a:fld>
            <a:endParaRPr lang="pt-BR" altLang="pt-BR"/>
          </a:p>
        </p:txBody>
      </p:sp>
    </p:spTree>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Espaço Reservado para Título 1">
            <a:extLst>
              <a:ext uri="{FF2B5EF4-FFF2-40B4-BE49-F238E27FC236}">
                <a16:creationId xmlns:a16="http://schemas.microsoft.com/office/drawing/2014/main" id="{CD0D1E46-62B3-CC10-B7FB-CB2CBD331E4A}"/>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t-BR" altLang="pt-BR"/>
              <a:t>Clique para editar o estilo do título mestre</a:t>
            </a:r>
          </a:p>
        </p:txBody>
      </p:sp>
      <p:sp>
        <p:nvSpPr>
          <p:cNvPr id="8195" name="Espaço Reservado para Texto 2">
            <a:extLst>
              <a:ext uri="{FF2B5EF4-FFF2-40B4-BE49-F238E27FC236}">
                <a16:creationId xmlns:a16="http://schemas.microsoft.com/office/drawing/2014/main" id="{F5AEE18F-3952-715D-C9C9-C80E671D44A7}"/>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t-BR" altLang="pt-BR"/>
              <a:t>Clique para editar os estilos do texto mestre</a:t>
            </a:r>
          </a:p>
          <a:p>
            <a:pPr lvl="1"/>
            <a:r>
              <a:rPr lang="pt-BR" altLang="pt-BR"/>
              <a:t>Segundo nível</a:t>
            </a:r>
          </a:p>
          <a:p>
            <a:pPr lvl="2"/>
            <a:r>
              <a:rPr lang="pt-BR" altLang="pt-BR"/>
              <a:t>Terceiro nível</a:t>
            </a:r>
          </a:p>
          <a:p>
            <a:pPr lvl="3"/>
            <a:r>
              <a:rPr lang="pt-BR" altLang="pt-BR"/>
              <a:t>Quarto nível</a:t>
            </a:r>
          </a:p>
          <a:p>
            <a:pPr lvl="4"/>
            <a:r>
              <a:rPr lang="pt-BR" altLang="pt-BR"/>
              <a:t>Quinto nível</a:t>
            </a:r>
          </a:p>
        </p:txBody>
      </p:sp>
      <p:sp>
        <p:nvSpPr>
          <p:cNvPr id="4" name="Espaço Reservado para Data 3">
            <a:extLst>
              <a:ext uri="{FF2B5EF4-FFF2-40B4-BE49-F238E27FC236}">
                <a16:creationId xmlns:a16="http://schemas.microsoft.com/office/drawing/2014/main" id="{4981CF38-BF35-874D-CE08-3EC93641AF63}"/>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mn-lt"/>
                <a:cs typeface="+mn-cs"/>
              </a:defRPr>
            </a:lvl1pPr>
          </a:lstStyle>
          <a:p>
            <a:pPr>
              <a:defRPr/>
            </a:pPr>
            <a:fld id="{DC736AE6-4EB3-48B8-9101-D91EF41F8152}" type="datetime1">
              <a:rPr lang="pt-BR"/>
              <a:pPr>
                <a:defRPr/>
              </a:pPr>
              <a:t>03/05/2026</a:t>
            </a:fld>
            <a:endParaRPr lang="pt-BR"/>
          </a:p>
        </p:txBody>
      </p:sp>
      <p:sp>
        <p:nvSpPr>
          <p:cNvPr id="5" name="Espaço Reservado para Rodapé 4">
            <a:extLst>
              <a:ext uri="{FF2B5EF4-FFF2-40B4-BE49-F238E27FC236}">
                <a16:creationId xmlns:a16="http://schemas.microsoft.com/office/drawing/2014/main" id="{00B8EB20-B263-0148-144E-BC0108509939}"/>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mn-lt"/>
                <a:cs typeface="+mn-cs"/>
              </a:defRPr>
            </a:lvl1pPr>
          </a:lstStyle>
          <a:p>
            <a:pPr>
              <a:defRPr/>
            </a:pPr>
            <a:endParaRPr lang="pt-BR"/>
          </a:p>
        </p:txBody>
      </p:sp>
      <p:sp>
        <p:nvSpPr>
          <p:cNvPr id="6" name="Espaço Reservado para Número de Slide 5">
            <a:extLst>
              <a:ext uri="{FF2B5EF4-FFF2-40B4-BE49-F238E27FC236}">
                <a16:creationId xmlns:a16="http://schemas.microsoft.com/office/drawing/2014/main" id="{DF3012AD-4689-1886-510F-9EE436B78520}"/>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B2D5C2ED-C3CE-4AE6-B3E5-8D5B0928C5D5}" type="slidenum">
              <a:rPr lang="pt-BR" altLang="pt-BR"/>
              <a:pPr/>
              <a:t>‹nº›</a:t>
            </a:fld>
            <a:endParaRPr lang="pt-BR" altLang="pt-BR"/>
          </a:p>
        </p:txBody>
      </p:sp>
    </p:spTree>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Espaço Reservado para Título 1">
            <a:extLst>
              <a:ext uri="{FF2B5EF4-FFF2-40B4-BE49-F238E27FC236}">
                <a16:creationId xmlns:a16="http://schemas.microsoft.com/office/drawing/2014/main" id="{348B0202-E862-1460-58ED-4D77CF68F48B}"/>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t-BR" altLang="pt-BR"/>
              <a:t>Clique para editar o estilo do título mestre</a:t>
            </a:r>
          </a:p>
        </p:txBody>
      </p:sp>
      <p:sp>
        <p:nvSpPr>
          <p:cNvPr id="9219" name="Espaço Reservado para Texto 2">
            <a:extLst>
              <a:ext uri="{FF2B5EF4-FFF2-40B4-BE49-F238E27FC236}">
                <a16:creationId xmlns:a16="http://schemas.microsoft.com/office/drawing/2014/main" id="{F528C15E-CCA9-1CD0-5989-49832066672E}"/>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t-BR" altLang="pt-BR"/>
              <a:t>Clique para editar os estilos do texto mestre</a:t>
            </a:r>
          </a:p>
          <a:p>
            <a:pPr lvl="1"/>
            <a:r>
              <a:rPr lang="pt-BR" altLang="pt-BR"/>
              <a:t>Segundo nível</a:t>
            </a:r>
          </a:p>
          <a:p>
            <a:pPr lvl="2"/>
            <a:r>
              <a:rPr lang="pt-BR" altLang="pt-BR"/>
              <a:t>Terceiro nível</a:t>
            </a:r>
          </a:p>
          <a:p>
            <a:pPr lvl="3"/>
            <a:r>
              <a:rPr lang="pt-BR" altLang="pt-BR"/>
              <a:t>Quarto nível</a:t>
            </a:r>
          </a:p>
          <a:p>
            <a:pPr lvl="4"/>
            <a:r>
              <a:rPr lang="pt-BR" altLang="pt-BR"/>
              <a:t>Quinto nível</a:t>
            </a:r>
          </a:p>
        </p:txBody>
      </p:sp>
      <p:sp>
        <p:nvSpPr>
          <p:cNvPr id="4" name="Espaço Reservado para Data 3">
            <a:extLst>
              <a:ext uri="{FF2B5EF4-FFF2-40B4-BE49-F238E27FC236}">
                <a16:creationId xmlns:a16="http://schemas.microsoft.com/office/drawing/2014/main" id="{2EA8763E-5B60-695A-893B-39B34704EA00}"/>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mn-lt"/>
                <a:cs typeface="+mn-cs"/>
              </a:defRPr>
            </a:lvl1pPr>
          </a:lstStyle>
          <a:p>
            <a:pPr>
              <a:defRPr/>
            </a:pPr>
            <a:fld id="{ADFDEB56-9E3F-4D8C-84BA-AC36E274746F}" type="datetime1">
              <a:rPr lang="pt-BR"/>
              <a:pPr>
                <a:defRPr/>
              </a:pPr>
              <a:t>03/05/2026</a:t>
            </a:fld>
            <a:endParaRPr lang="pt-BR"/>
          </a:p>
        </p:txBody>
      </p:sp>
      <p:sp>
        <p:nvSpPr>
          <p:cNvPr id="5" name="Espaço Reservado para Rodapé 4">
            <a:extLst>
              <a:ext uri="{FF2B5EF4-FFF2-40B4-BE49-F238E27FC236}">
                <a16:creationId xmlns:a16="http://schemas.microsoft.com/office/drawing/2014/main" id="{4169605E-42D9-55EE-AFEA-29830AF097C8}"/>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mn-lt"/>
                <a:cs typeface="+mn-cs"/>
              </a:defRPr>
            </a:lvl1pPr>
          </a:lstStyle>
          <a:p>
            <a:pPr>
              <a:defRPr/>
            </a:pPr>
            <a:endParaRPr lang="pt-BR"/>
          </a:p>
        </p:txBody>
      </p:sp>
      <p:sp>
        <p:nvSpPr>
          <p:cNvPr id="6" name="Espaço Reservado para Número de Slide 5">
            <a:extLst>
              <a:ext uri="{FF2B5EF4-FFF2-40B4-BE49-F238E27FC236}">
                <a16:creationId xmlns:a16="http://schemas.microsoft.com/office/drawing/2014/main" id="{58850231-0F0B-A2D1-8B75-55B7ED5D1E78}"/>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E272E661-0A20-4D5D-9577-BB4ED412371A}" type="slidenum">
              <a:rPr lang="pt-BR" altLang="pt-BR"/>
              <a:pPr/>
              <a:t>‹nº›</a:t>
            </a:fld>
            <a:endParaRPr lang="pt-BR" altLang="pt-BR"/>
          </a:p>
        </p:txBody>
      </p:sp>
    </p:spTree>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Espaço Reservado para Título 1">
            <a:extLst>
              <a:ext uri="{FF2B5EF4-FFF2-40B4-BE49-F238E27FC236}">
                <a16:creationId xmlns:a16="http://schemas.microsoft.com/office/drawing/2014/main" id="{457AC3AA-3BF2-8301-5581-351A03DB4DA8}"/>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t-BR" altLang="pt-BR"/>
              <a:t>Clique para editar o estilo do título mestre</a:t>
            </a:r>
          </a:p>
        </p:txBody>
      </p:sp>
      <p:sp>
        <p:nvSpPr>
          <p:cNvPr id="10243" name="Espaço Reservado para Texto 2">
            <a:extLst>
              <a:ext uri="{FF2B5EF4-FFF2-40B4-BE49-F238E27FC236}">
                <a16:creationId xmlns:a16="http://schemas.microsoft.com/office/drawing/2014/main" id="{D7C102E5-934D-D65C-66F6-1E7D502CACDF}"/>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t-BR" altLang="pt-BR"/>
              <a:t>Clique para editar os estilos do texto mestre</a:t>
            </a:r>
          </a:p>
          <a:p>
            <a:pPr lvl="1"/>
            <a:r>
              <a:rPr lang="pt-BR" altLang="pt-BR"/>
              <a:t>Segundo nível</a:t>
            </a:r>
          </a:p>
          <a:p>
            <a:pPr lvl="2"/>
            <a:r>
              <a:rPr lang="pt-BR" altLang="pt-BR"/>
              <a:t>Terceiro nível</a:t>
            </a:r>
          </a:p>
          <a:p>
            <a:pPr lvl="3"/>
            <a:r>
              <a:rPr lang="pt-BR" altLang="pt-BR"/>
              <a:t>Quarto nível</a:t>
            </a:r>
          </a:p>
          <a:p>
            <a:pPr lvl="4"/>
            <a:r>
              <a:rPr lang="pt-BR" altLang="pt-BR"/>
              <a:t>Quinto nível</a:t>
            </a:r>
          </a:p>
        </p:txBody>
      </p:sp>
      <p:sp>
        <p:nvSpPr>
          <p:cNvPr id="4" name="Espaço Reservado para Data 3">
            <a:extLst>
              <a:ext uri="{FF2B5EF4-FFF2-40B4-BE49-F238E27FC236}">
                <a16:creationId xmlns:a16="http://schemas.microsoft.com/office/drawing/2014/main" id="{97405B25-E13A-50E7-B44E-FD6648937B37}"/>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mn-lt"/>
                <a:cs typeface="+mn-cs"/>
              </a:defRPr>
            </a:lvl1pPr>
          </a:lstStyle>
          <a:p>
            <a:pPr>
              <a:defRPr/>
            </a:pPr>
            <a:fld id="{33AD9616-89BB-4C17-BC14-548888EF210D}" type="datetime1">
              <a:rPr lang="pt-BR"/>
              <a:pPr>
                <a:defRPr/>
              </a:pPr>
              <a:t>03/05/2026</a:t>
            </a:fld>
            <a:endParaRPr lang="pt-BR"/>
          </a:p>
        </p:txBody>
      </p:sp>
      <p:sp>
        <p:nvSpPr>
          <p:cNvPr id="5" name="Espaço Reservado para Rodapé 4">
            <a:extLst>
              <a:ext uri="{FF2B5EF4-FFF2-40B4-BE49-F238E27FC236}">
                <a16:creationId xmlns:a16="http://schemas.microsoft.com/office/drawing/2014/main" id="{4AB7B7B3-C4F2-D133-9434-52D1D05B8970}"/>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mn-lt"/>
                <a:cs typeface="+mn-cs"/>
              </a:defRPr>
            </a:lvl1pPr>
          </a:lstStyle>
          <a:p>
            <a:pPr>
              <a:defRPr/>
            </a:pPr>
            <a:endParaRPr lang="pt-BR"/>
          </a:p>
        </p:txBody>
      </p:sp>
      <p:sp>
        <p:nvSpPr>
          <p:cNvPr id="6" name="Espaço Reservado para Número de Slide 5">
            <a:extLst>
              <a:ext uri="{FF2B5EF4-FFF2-40B4-BE49-F238E27FC236}">
                <a16:creationId xmlns:a16="http://schemas.microsoft.com/office/drawing/2014/main" id="{30811DAD-97D6-6684-FBC5-7EE17C84F593}"/>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C7F9AA7D-5102-4421-914C-A7F834E8860D}" type="slidenum">
              <a:rPr lang="pt-BR" altLang="pt-BR"/>
              <a:pPr/>
              <a:t>‹nº›</a:t>
            </a:fld>
            <a:endParaRPr lang="pt-BR" altLang="pt-BR"/>
          </a:p>
        </p:txBody>
      </p:sp>
    </p:spTree>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Espaço Reservado para Título 1">
            <a:extLst>
              <a:ext uri="{FF2B5EF4-FFF2-40B4-BE49-F238E27FC236}">
                <a16:creationId xmlns:a16="http://schemas.microsoft.com/office/drawing/2014/main" id="{EAED00B8-C936-0AD7-CB87-7947C3346373}"/>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t-BR" altLang="pt-BR"/>
              <a:t>Clique para editar o estilo do título mestre</a:t>
            </a:r>
          </a:p>
        </p:txBody>
      </p:sp>
      <p:sp>
        <p:nvSpPr>
          <p:cNvPr id="11267" name="Espaço Reservado para Texto 2">
            <a:extLst>
              <a:ext uri="{FF2B5EF4-FFF2-40B4-BE49-F238E27FC236}">
                <a16:creationId xmlns:a16="http://schemas.microsoft.com/office/drawing/2014/main" id="{6FB17013-3E73-7AF1-3C7E-5DFD8669EC3B}"/>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t-BR" altLang="pt-BR"/>
              <a:t>Clique para editar os estilos do texto mestre</a:t>
            </a:r>
          </a:p>
          <a:p>
            <a:pPr lvl="1"/>
            <a:r>
              <a:rPr lang="pt-BR" altLang="pt-BR"/>
              <a:t>Segundo nível</a:t>
            </a:r>
          </a:p>
          <a:p>
            <a:pPr lvl="2"/>
            <a:r>
              <a:rPr lang="pt-BR" altLang="pt-BR"/>
              <a:t>Terceiro nível</a:t>
            </a:r>
          </a:p>
          <a:p>
            <a:pPr lvl="3"/>
            <a:r>
              <a:rPr lang="pt-BR" altLang="pt-BR"/>
              <a:t>Quarto nível</a:t>
            </a:r>
          </a:p>
          <a:p>
            <a:pPr lvl="4"/>
            <a:r>
              <a:rPr lang="pt-BR" altLang="pt-BR"/>
              <a:t>Quinto nível</a:t>
            </a:r>
          </a:p>
        </p:txBody>
      </p:sp>
      <p:sp>
        <p:nvSpPr>
          <p:cNvPr id="4" name="Espaço Reservado para Data 3">
            <a:extLst>
              <a:ext uri="{FF2B5EF4-FFF2-40B4-BE49-F238E27FC236}">
                <a16:creationId xmlns:a16="http://schemas.microsoft.com/office/drawing/2014/main" id="{CD400CEB-0C38-A5AC-AE02-78617A4E5D25}"/>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mn-lt"/>
                <a:cs typeface="+mn-cs"/>
              </a:defRPr>
            </a:lvl1pPr>
          </a:lstStyle>
          <a:p>
            <a:pPr>
              <a:defRPr/>
            </a:pPr>
            <a:fld id="{4130A57B-53E8-4A34-BD7F-1A9FE55F3093}" type="datetime1">
              <a:rPr lang="pt-BR"/>
              <a:pPr>
                <a:defRPr/>
              </a:pPr>
              <a:t>03/05/2026</a:t>
            </a:fld>
            <a:endParaRPr lang="pt-BR"/>
          </a:p>
        </p:txBody>
      </p:sp>
      <p:sp>
        <p:nvSpPr>
          <p:cNvPr id="5" name="Espaço Reservado para Rodapé 4">
            <a:extLst>
              <a:ext uri="{FF2B5EF4-FFF2-40B4-BE49-F238E27FC236}">
                <a16:creationId xmlns:a16="http://schemas.microsoft.com/office/drawing/2014/main" id="{0D197AAB-4B1E-E94E-DF4F-A8F9FB042D0F}"/>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mn-lt"/>
                <a:cs typeface="+mn-cs"/>
              </a:defRPr>
            </a:lvl1pPr>
          </a:lstStyle>
          <a:p>
            <a:pPr>
              <a:defRPr/>
            </a:pPr>
            <a:endParaRPr lang="pt-BR"/>
          </a:p>
        </p:txBody>
      </p:sp>
      <p:sp>
        <p:nvSpPr>
          <p:cNvPr id="6" name="Espaço Reservado para Número de Slide 5">
            <a:extLst>
              <a:ext uri="{FF2B5EF4-FFF2-40B4-BE49-F238E27FC236}">
                <a16:creationId xmlns:a16="http://schemas.microsoft.com/office/drawing/2014/main" id="{15F1D0F3-205B-3C08-62C0-870E6942887D}"/>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91DFA483-70D4-4BEA-86F8-7EB682F8B417}" type="slidenum">
              <a:rPr lang="pt-BR" altLang="pt-BR"/>
              <a:pPr/>
              <a:t>‹nº›</a:t>
            </a:fld>
            <a:endParaRPr lang="pt-BR" altLang="pt-BR"/>
          </a:p>
        </p:txBody>
      </p:sp>
    </p:spTree>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Espaço Reservado para Título 1">
            <a:extLst>
              <a:ext uri="{FF2B5EF4-FFF2-40B4-BE49-F238E27FC236}">
                <a16:creationId xmlns:a16="http://schemas.microsoft.com/office/drawing/2014/main" id="{7AE7B494-A908-B48E-33FC-2DF63C620730}"/>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t-BR" altLang="pt-BR"/>
              <a:t>Clique para editar o estilo do título mestre</a:t>
            </a:r>
          </a:p>
        </p:txBody>
      </p:sp>
      <p:sp>
        <p:nvSpPr>
          <p:cNvPr id="12291" name="Espaço Reservado para Texto 2">
            <a:extLst>
              <a:ext uri="{FF2B5EF4-FFF2-40B4-BE49-F238E27FC236}">
                <a16:creationId xmlns:a16="http://schemas.microsoft.com/office/drawing/2014/main" id="{FFBEAF05-6CC7-C902-D96E-CF160B71EB50}"/>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t-BR" altLang="pt-BR"/>
              <a:t>Clique para editar os estilos do texto mestre</a:t>
            </a:r>
          </a:p>
          <a:p>
            <a:pPr lvl="1"/>
            <a:r>
              <a:rPr lang="pt-BR" altLang="pt-BR"/>
              <a:t>Segundo nível</a:t>
            </a:r>
          </a:p>
          <a:p>
            <a:pPr lvl="2"/>
            <a:r>
              <a:rPr lang="pt-BR" altLang="pt-BR"/>
              <a:t>Terceiro nível</a:t>
            </a:r>
          </a:p>
          <a:p>
            <a:pPr lvl="3"/>
            <a:r>
              <a:rPr lang="pt-BR" altLang="pt-BR"/>
              <a:t>Quarto nível</a:t>
            </a:r>
          </a:p>
          <a:p>
            <a:pPr lvl="4"/>
            <a:r>
              <a:rPr lang="pt-BR" altLang="pt-BR"/>
              <a:t>Quinto nível</a:t>
            </a:r>
          </a:p>
        </p:txBody>
      </p:sp>
      <p:sp>
        <p:nvSpPr>
          <p:cNvPr id="4" name="Espaço Reservado para Data 3">
            <a:extLst>
              <a:ext uri="{FF2B5EF4-FFF2-40B4-BE49-F238E27FC236}">
                <a16:creationId xmlns:a16="http://schemas.microsoft.com/office/drawing/2014/main" id="{733DED58-B384-49B1-CF8D-B4E19257DA08}"/>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mn-lt"/>
                <a:cs typeface="+mn-cs"/>
              </a:defRPr>
            </a:lvl1pPr>
          </a:lstStyle>
          <a:p>
            <a:pPr>
              <a:defRPr/>
            </a:pPr>
            <a:fld id="{7EE8078D-97F0-4621-B991-B8CADADF9902}" type="datetime1">
              <a:rPr lang="pt-BR"/>
              <a:pPr>
                <a:defRPr/>
              </a:pPr>
              <a:t>03/05/2026</a:t>
            </a:fld>
            <a:endParaRPr lang="pt-BR"/>
          </a:p>
        </p:txBody>
      </p:sp>
      <p:sp>
        <p:nvSpPr>
          <p:cNvPr id="5" name="Espaço Reservado para Rodapé 4">
            <a:extLst>
              <a:ext uri="{FF2B5EF4-FFF2-40B4-BE49-F238E27FC236}">
                <a16:creationId xmlns:a16="http://schemas.microsoft.com/office/drawing/2014/main" id="{75BA691F-85CA-D108-401C-8FA0BE5D3E50}"/>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mn-lt"/>
                <a:cs typeface="+mn-cs"/>
              </a:defRPr>
            </a:lvl1pPr>
          </a:lstStyle>
          <a:p>
            <a:pPr>
              <a:defRPr/>
            </a:pPr>
            <a:endParaRPr lang="pt-BR"/>
          </a:p>
        </p:txBody>
      </p:sp>
      <p:sp>
        <p:nvSpPr>
          <p:cNvPr id="6" name="Espaço Reservado para Número de Slide 5">
            <a:extLst>
              <a:ext uri="{FF2B5EF4-FFF2-40B4-BE49-F238E27FC236}">
                <a16:creationId xmlns:a16="http://schemas.microsoft.com/office/drawing/2014/main" id="{ACFE2DA6-5348-8AC1-82EB-E84757E7D65E}"/>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7EA27AD9-0AEA-4985-B21B-84795748270A}" type="slidenum">
              <a:rPr lang="pt-BR" altLang="pt-BR"/>
              <a:pPr/>
              <a:t>‹nº›</a:t>
            </a:fld>
            <a:endParaRPr lang="pt-BR" altLang="pt-BR"/>
          </a:p>
        </p:txBody>
      </p:sp>
    </p:spTree>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5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4.wmf"/><Relationship Id="rId5" Type="http://schemas.openxmlformats.org/officeDocument/2006/relationships/oleObject" Target="../embeddings/oleObject1.bin"/><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4.x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image" Target="../media/image2.jpeg"/><Relationship Id="rId7" Type="http://schemas.openxmlformats.org/officeDocument/2006/relationships/oleObject" Target="../embeddings/oleObject4.bin"/><Relationship Id="rId2" Type="http://schemas.openxmlformats.org/officeDocument/2006/relationships/notesSlide" Target="../notesSlides/notesSlide10.xml"/><Relationship Id="rId1" Type="http://schemas.openxmlformats.org/officeDocument/2006/relationships/slideLayout" Target="../slideLayouts/slideLayout46.xml"/><Relationship Id="rId6" Type="http://schemas.openxmlformats.org/officeDocument/2006/relationships/image" Target="../media/image8.wmf"/><Relationship Id="rId5" Type="http://schemas.openxmlformats.org/officeDocument/2006/relationships/oleObject" Target="../embeddings/oleObject3.bin"/><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1.wmf"/><Relationship Id="rId2" Type="http://schemas.openxmlformats.org/officeDocument/2006/relationships/notesSlide" Target="../notesSlides/notesSlide14.xml"/><Relationship Id="rId1" Type="http://schemas.openxmlformats.org/officeDocument/2006/relationships/slideLayout" Target="../slideLayouts/slideLayout68.xml"/><Relationship Id="rId6" Type="http://schemas.openxmlformats.org/officeDocument/2006/relationships/oleObject" Target="../embeddings/oleObject6.bin"/><Relationship Id="rId5" Type="http://schemas.openxmlformats.org/officeDocument/2006/relationships/image" Target="../media/image8.wmf"/><Relationship Id="rId4" Type="http://schemas.openxmlformats.org/officeDocument/2006/relationships/oleObject" Target="../embeddings/oleObject5.bin"/></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5.wmf"/><Relationship Id="rId4" Type="http://schemas.openxmlformats.org/officeDocument/2006/relationships/oleObject" Target="../embeddings/oleObject7.bin"/></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3314" name="CaixaDeTexto 9">
            <a:extLst>
              <a:ext uri="{FF2B5EF4-FFF2-40B4-BE49-F238E27FC236}">
                <a16:creationId xmlns:a16="http://schemas.microsoft.com/office/drawing/2014/main" id="{E8EFDCBB-42DD-DC8F-3EE8-58CAB78ADACE}"/>
              </a:ext>
            </a:extLst>
          </p:cNvPr>
          <p:cNvSpPr txBox="1">
            <a:spLocks noChangeArrowheads="1"/>
          </p:cNvSpPr>
          <p:nvPr/>
        </p:nvSpPr>
        <p:spPr bwMode="auto">
          <a:xfrm>
            <a:off x="1071563" y="2370138"/>
            <a:ext cx="26622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4000" b="1">
                <a:solidFill>
                  <a:schemeClr val="bg1"/>
                </a:solidFill>
              </a:rPr>
              <a:t>Capítulo 2</a:t>
            </a:r>
          </a:p>
        </p:txBody>
      </p:sp>
      <p:sp>
        <p:nvSpPr>
          <p:cNvPr id="13315" name="CaixaDeTexto 4">
            <a:extLst>
              <a:ext uri="{FF2B5EF4-FFF2-40B4-BE49-F238E27FC236}">
                <a16:creationId xmlns:a16="http://schemas.microsoft.com/office/drawing/2014/main" id="{FC7ECCEE-6E54-EA18-D39B-514BD16945D1}"/>
              </a:ext>
            </a:extLst>
          </p:cNvPr>
          <p:cNvSpPr txBox="1">
            <a:spLocks noChangeArrowheads="1"/>
          </p:cNvSpPr>
          <p:nvPr/>
        </p:nvSpPr>
        <p:spPr bwMode="auto">
          <a:xfrm>
            <a:off x="1184275" y="3078163"/>
            <a:ext cx="374491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2000"/>
              <a:t>Métodos e critérios de decisão na análise e avaliação de investimentos de capital</a:t>
            </a:r>
          </a:p>
        </p:txBody>
      </p:sp>
      <p:cxnSp>
        <p:nvCxnSpPr>
          <p:cNvPr id="4" name="Conector reto 3">
            <a:extLst>
              <a:ext uri="{FF2B5EF4-FFF2-40B4-BE49-F238E27FC236}">
                <a16:creationId xmlns:a16="http://schemas.microsoft.com/office/drawing/2014/main" id="{F27C5C0C-CF32-5D89-0E3B-D416FE3BF34B}"/>
              </a:ext>
            </a:extLst>
          </p:cNvPr>
          <p:cNvCxnSpPr/>
          <p:nvPr/>
        </p:nvCxnSpPr>
        <p:spPr>
          <a:xfrm>
            <a:off x="1071563" y="3071813"/>
            <a:ext cx="3786187" cy="1587"/>
          </a:xfrm>
          <a:prstGeom prst="line">
            <a:avLst/>
          </a:prstGeom>
          <a:ln w="15875" cmpd="sng">
            <a:solidFill>
              <a:schemeClr val="bg1"/>
            </a:solidFill>
            <a:headEnd type="oval"/>
          </a:ln>
        </p:spPr>
        <p:style>
          <a:lnRef idx="1">
            <a:schemeClr val="accent1"/>
          </a:lnRef>
          <a:fillRef idx="0">
            <a:schemeClr val="accent1"/>
          </a:fillRef>
          <a:effectRef idx="0">
            <a:schemeClr val="accent1"/>
          </a:effectRef>
          <a:fontRef idx="minor">
            <a:schemeClr val="tx1"/>
          </a:fontRef>
        </p:style>
      </p:cxnSp>
      <p:sp>
        <p:nvSpPr>
          <p:cNvPr id="13317" name="CaixaDeTexto 5">
            <a:extLst>
              <a:ext uri="{FF2B5EF4-FFF2-40B4-BE49-F238E27FC236}">
                <a16:creationId xmlns:a16="http://schemas.microsoft.com/office/drawing/2014/main" id="{4D5186E1-713F-2B76-003F-BA7D52162B0A}"/>
              </a:ext>
            </a:extLst>
          </p:cNvPr>
          <p:cNvSpPr txBox="1">
            <a:spLocks noChangeArrowheads="1"/>
          </p:cNvSpPr>
          <p:nvPr/>
        </p:nvSpPr>
        <p:spPr bwMode="auto">
          <a:xfrm>
            <a:off x="1123950" y="2357438"/>
            <a:ext cx="26622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4000" b="1">
                <a:solidFill>
                  <a:srgbClr val="2C5DAA"/>
                </a:solidFill>
              </a:rPr>
              <a:t>Capítulo 2</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4338" name="CaixaDeTexto 3">
            <a:extLst>
              <a:ext uri="{FF2B5EF4-FFF2-40B4-BE49-F238E27FC236}">
                <a16:creationId xmlns:a16="http://schemas.microsoft.com/office/drawing/2014/main" id="{828E7075-C78D-92D6-AF85-3BA5CCC3302F}"/>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14339" name="CaixaDeTexto 6">
            <a:extLst>
              <a:ext uri="{FF2B5EF4-FFF2-40B4-BE49-F238E27FC236}">
                <a16:creationId xmlns:a16="http://schemas.microsoft.com/office/drawing/2014/main" id="{39BF1B81-36E7-A590-2B08-4A80781AB4FB}"/>
              </a:ext>
            </a:extLst>
          </p:cNvPr>
          <p:cNvSpPr txBox="1">
            <a:spLocks noChangeArrowheads="1"/>
          </p:cNvSpPr>
          <p:nvPr/>
        </p:nvSpPr>
        <p:spPr bwMode="auto">
          <a:xfrm>
            <a:off x="1571625" y="2681288"/>
            <a:ext cx="6715125"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t>Tem como finalidade medir o valor presente dos fluxos de caixa gerados pelo projeto ao longo de sua vida útil. Se não houver restrição de capital, argumenta-se que esse critério leva à escolha ótima, pois maximiza o valor da empresa. A seguinte expressão define o </a:t>
            </a:r>
            <a:r>
              <a:rPr lang="pt-BR" altLang="pt-BR" sz="1600" i="1"/>
              <a:t>VPL</a:t>
            </a:r>
            <a:r>
              <a:rPr lang="pt-BR" altLang="pt-BR" sz="1600"/>
              <a:t>:</a:t>
            </a:r>
          </a:p>
        </p:txBody>
      </p:sp>
      <p:sp>
        <p:nvSpPr>
          <p:cNvPr id="14340" name="CaixaDeTexto 10">
            <a:extLst>
              <a:ext uri="{FF2B5EF4-FFF2-40B4-BE49-F238E27FC236}">
                <a16:creationId xmlns:a16="http://schemas.microsoft.com/office/drawing/2014/main" id="{52D9622A-5A03-A016-4E30-9783A88AC25C}"/>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14341" name="CaixaDeTexto 12">
            <a:extLst>
              <a:ext uri="{FF2B5EF4-FFF2-40B4-BE49-F238E27FC236}">
                <a16:creationId xmlns:a16="http://schemas.microsoft.com/office/drawing/2014/main" id="{75171F66-90C5-BE57-42F0-F5D9D336B9BF}"/>
              </a:ext>
            </a:extLst>
          </p:cNvPr>
          <p:cNvSpPr txBox="1">
            <a:spLocks noChangeArrowheads="1"/>
          </p:cNvSpPr>
          <p:nvPr/>
        </p:nvSpPr>
        <p:spPr bwMode="auto">
          <a:xfrm>
            <a:off x="1571625" y="2130425"/>
            <a:ext cx="4865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2.1 Método do valor presente líquido (</a:t>
            </a:r>
            <a:r>
              <a:rPr lang="pt-BR" altLang="pt-BR" b="1" i="1">
                <a:solidFill>
                  <a:srgbClr val="2C5DAA"/>
                </a:solidFill>
              </a:rPr>
              <a:t>VPL</a:t>
            </a:r>
            <a:r>
              <a:rPr lang="pt-BR" altLang="pt-BR" b="1">
                <a:solidFill>
                  <a:srgbClr val="2C5DAA"/>
                </a:solidFill>
              </a:rPr>
              <a:t>)</a:t>
            </a:r>
          </a:p>
        </p:txBody>
      </p:sp>
      <p:sp>
        <p:nvSpPr>
          <p:cNvPr id="3079" name="Espaço Reservado para Número de Slide 7">
            <a:extLst>
              <a:ext uri="{FF2B5EF4-FFF2-40B4-BE49-F238E27FC236}">
                <a16:creationId xmlns:a16="http://schemas.microsoft.com/office/drawing/2014/main" id="{F6156037-1A96-5FA0-9B46-AEA36CDF2890}"/>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B1368DFC-4A8F-4E43-97B2-E0300EAE8B0D}" type="slidenum">
              <a:rPr lang="pt-BR" altLang="pt-BR">
                <a:solidFill>
                  <a:srgbClr val="2C5DAA"/>
                </a:solidFill>
                <a:latin typeface="Calibri" panose="020F0502020204030204" pitchFamily="34" charset="0"/>
              </a:rPr>
              <a:pPr eaLnBrk="1" hangingPunct="1"/>
              <a:t>2</a:t>
            </a:fld>
            <a:endParaRPr lang="pt-BR" altLang="pt-BR">
              <a:solidFill>
                <a:srgbClr val="2C5DAA"/>
              </a:solidFill>
              <a:latin typeface="Calibri" panose="020F0502020204030204" pitchFamily="34" charset="0"/>
            </a:endParaRPr>
          </a:p>
        </p:txBody>
      </p:sp>
      <p:sp>
        <p:nvSpPr>
          <p:cNvPr id="14343" name="CaixaDeTexto 6">
            <a:extLst>
              <a:ext uri="{FF2B5EF4-FFF2-40B4-BE49-F238E27FC236}">
                <a16:creationId xmlns:a16="http://schemas.microsoft.com/office/drawing/2014/main" id="{201E93DD-361D-D8D6-0BFB-81D59A0B5748}"/>
              </a:ext>
            </a:extLst>
          </p:cNvPr>
          <p:cNvSpPr txBox="1">
            <a:spLocks noChangeArrowheads="1"/>
          </p:cNvSpPr>
          <p:nvPr/>
        </p:nvSpPr>
        <p:spPr bwMode="auto">
          <a:xfrm>
            <a:off x="1563688" y="5286375"/>
            <a:ext cx="67151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t>Critério de decisão: se </a:t>
            </a:r>
            <a:r>
              <a:rPr lang="pt-BR" altLang="pt-BR" sz="1600" i="1"/>
              <a:t>VPL</a:t>
            </a:r>
            <a:r>
              <a:rPr lang="pt-BR" altLang="pt-BR" sz="1600"/>
              <a:t> &gt; 0 ⇒ projeto economicamente </a:t>
            </a:r>
          </a:p>
          <a:p>
            <a:pPr eaLnBrk="1" hangingPunct="1">
              <a:lnSpc>
                <a:spcPct val="150000"/>
              </a:lnSpc>
            </a:pPr>
            <a:r>
              <a:rPr lang="pt-BR" altLang="pt-BR" sz="1600"/>
              <a:t>viável.</a:t>
            </a:r>
          </a:p>
        </p:txBody>
      </p:sp>
      <p:pic>
        <p:nvPicPr>
          <p:cNvPr id="13" name="Picture 6">
            <a:extLst>
              <a:ext uri="{FF2B5EF4-FFF2-40B4-BE49-F238E27FC236}">
                <a16:creationId xmlns:a16="http://schemas.microsoft.com/office/drawing/2014/main" id="{D91D70B7-0065-6DA7-8BB4-5013794A67D3}"/>
              </a:ext>
            </a:extLst>
          </p:cNvPr>
          <p:cNvPicPr>
            <a:picLocks noChangeAspect="1" noChangeArrowheads="1"/>
          </p:cNvPicPr>
          <p:nvPr/>
        </p:nvPicPr>
        <p:blipFill>
          <a:blip r:embed="rId4"/>
          <a:srcRect l="17377" t="61246" r="33217" b="14865"/>
          <a:stretch>
            <a:fillRect/>
          </a:stretch>
        </p:blipFill>
        <p:spPr bwMode="auto">
          <a:xfrm>
            <a:off x="3286125" y="4422775"/>
            <a:ext cx="2357438" cy="712788"/>
          </a:xfrm>
          <a:prstGeom prst="rect">
            <a:avLst/>
          </a:prstGeom>
          <a:ln>
            <a:noFill/>
          </a:ln>
          <a:effectLst>
            <a:outerShdw blurRad="292100" dist="139700" dir="2700000" algn="tl" rotWithShape="0">
              <a:srgbClr val="333333">
                <a:alpha val="65000"/>
              </a:srgbClr>
            </a:outerShdw>
          </a:effectLst>
        </p:spPr>
      </p:pic>
      <p:sp>
        <p:nvSpPr>
          <p:cNvPr id="12" name="CaixaDeTexto 11">
            <a:extLst>
              <a:ext uri="{FF2B5EF4-FFF2-40B4-BE49-F238E27FC236}">
                <a16:creationId xmlns:a16="http://schemas.microsoft.com/office/drawing/2014/main" id="{46AA6F65-373A-2394-7665-22AE2DB5B2C5}"/>
              </a:ext>
            </a:extLst>
          </p:cNvPr>
          <p:cNvSpPr txBox="1"/>
          <p:nvPr/>
        </p:nvSpPr>
        <p:spPr>
          <a:xfrm>
            <a:off x="4538663" y="142875"/>
            <a:ext cx="4462462" cy="1200150"/>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de decisão na análise de investimentos de capital</a:t>
            </a:r>
          </a:p>
          <a:p>
            <a:pPr fontAlgn="auto">
              <a:spcBef>
                <a:spcPts val="0"/>
              </a:spcBef>
              <a:spcAft>
                <a:spcPts val="0"/>
              </a:spcAft>
              <a:defRPr/>
            </a:pPr>
            <a:endParaRPr lang="pt-BR" dirty="0">
              <a:solidFill>
                <a:srgbClr val="F12130"/>
              </a:solidFill>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5362" name="CaixaDeTexto 3">
            <a:extLst>
              <a:ext uri="{FF2B5EF4-FFF2-40B4-BE49-F238E27FC236}">
                <a16:creationId xmlns:a16="http://schemas.microsoft.com/office/drawing/2014/main" id="{87EA33C7-C47C-CD07-72D3-7719354068C4}"/>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15363" name="CaixaDeTexto 6">
            <a:extLst>
              <a:ext uri="{FF2B5EF4-FFF2-40B4-BE49-F238E27FC236}">
                <a16:creationId xmlns:a16="http://schemas.microsoft.com/office/drawing/2014/main" id="{CC382287-41DB-E383-740A-ED264A224D33}"/>
              </a:ext>
            </a:extLst>
          </p:cNvPr>
          <p:cNvSpPr txBox="1">
            <a:spLocks noChangeArrowheads="1"/>
          </p:cNvSpPr>
          <p:nvPr/>
        </p:nvSpPr>
        <p:spPr bwMode="auto">
          <a:xfrm>
            <a:off x="1428750" y="3571875"/>
            <a:ext cx="6715125"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400">
                <a:solidFill>
                  <a:srgbClr val="000000"/>
                </a:solidFill>
              </a:rPr>
              <a:t>FC</a:t>
            </a:r>
            <a:r>
              <a:rPr lang="pt-BR" altLang="pt-BR" sz="1400" baseline="-25000">
                <a:solidFill>
                  <a:srgbClr val="000000"/>
                </a:solidFill>
              </a:rPr>
              <a:t>t</a:t>
            </a:r>
            <a:r>
              <a:rPr lang="pt-BR" altLang="pt-BR" sz="1400">
                <a:solidFill>
                  <a:srgbClr val="000000"/>
                </a:solidFill>
              </a:rPr>
              <a:t>  corresponde  o  fluxo de caixa no t-ésimo período;</a:t>
            </a:r>
          </a:p>
          <a:p>
            <a:pPr eaLnBrk="1" hangingPunct="1">
              <a:lnSpc>
                <a:spcPct val="150000"/>
              </a:lnSpc>
            </a:pPr>
            <a:r>
              <a:rPr lang="pt-BR" altLang="pt-BR" sz="1400">
                <a:solidFill>
                  <a:srgbClr val="000000"/>
                </a:solidFill>
              </a:rPr>
              <a:t>I  é o investimento inicial;</a:t>
            </a:r>
          </a:p>
          <a:p>
            <a:pPr eaLnBrk="1" hangingPunct="1">
              <a:lnSpc>
                <a:spcPct val="150000"/>
              </a:lnSpc>
            </a:pPr>
            <a:r>
              <a:rPr lang="pt-BR" altLang="pt-BR" sz="1400">
                <a:solidFill>
                  <a:srgbClr val="000000"/>
                </a:solidFill>
              </a:rPr>
              <a:t>K  é o custo de capital;</a:t>
            </a:r>
          </a:p>
          <a:p>
            <a:pPr eaLnBrk="1" hangingPunct="1">
              <a:lnSpc>
                <a:spcPct val="150000"/>
              </a:lnSpc>
            </a:pPr>
            <a:r>
              <a:rPr lang="pt-BR" altLang="pt-BR" sz="1400">
                <a:solidFill>
                  <a:srgbClr val="000000"/>
                </a:solidFill>
              </a:rPr>
              <a:t>O </a:t>
            </a:r>
            <a:r>
              <a:rPr lang="pt-BR" altLang="pt-BR" sz="1400" i="1">
                <a:solidFill>
                  <a:srgbClr val="000000"/>
                </a:solidFill>
              </a:rPr>
              <a:t>somatório</a:t>
            </a:r>
            <a:r>
              <a:rPr lang="pt-BR" altLang="pt-BR" sz="1400">
                <a:solidFill>
                  <a:srgbClr val="000000"/>
                </a:solidFill>
              </a:rPr>
              <a:t> indica  que deve ser realizada a soma da data 1 até n dos fluxos de caixa descontados ao período inicial.</a:t>
            </a:r>
          </a:p>
        </p:txBody>
      </p:sp>
      <p:sp>
        <p:nvSpPr>
          <p:cNvPr id="15364" name="CaixaDeTexto 10">
            <a:extLst>
              <a:ext uri="{FF2B5EF4-FFF2-40B4-BE49-F238E27FC236}">
                <a16:creationId xmlns:a16="http://schemas.microsoft.com/office/drawing/2014/main" id="{65EA338E-F719-B64B-6160-B6D0FBF8FD53}"/>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15365" name="CaixaDeTexto 12">
            <a:extLst>
              <a:ext uri="{FF2B5EF4-FFF2-40B4-BE49-F238E27FC236}">
                <a16:creationId xmlns:a16="http://schemas.microsoft.com/office/drawing/2014/main" id="{236F7AF1-7897-864E-0BE6-111CFDBCBFD5}"/>
              </a:ext>
            </a:extLst>
          </p:cNvPr>
          <p:cNvSpPr txBox="1">
            <a:spLocks noChangeArrowheads="1"/>
          </p:cNvSpPr>
          <p:nvPr/>
        </p:nvSpPr>
        <p:spPr bwMode="auto">
          <a:xfrm>
            <a:off x="1571625" y="2130425"/>
            <a:ext cx="4865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2.1 Método do valor presente líquido (</a:t>
            </a:r>
            <a:r>
              <a:rPr lang="pt-BR" altLang="pt-BR" b="1" i="1">
                <a:solidFill>
                  <a:srgbClr val="2C5DAA"/>
                </a:solidFill>
              </a:rPr>
              <a:t>VPL</a:t>
            </a:r>
            <a:r>
              <a:rPr lang="pt-BR" altLang="pt-BR" b="1">
                <a:solidFill>
                  <a:srgbClr val="2C5DAA"/>
                </a:solidFill>
              </a:rPr>
              <a:t>)</a:t>
            </a:r>
          </a:p>
        </p:txBody>
      </p:sp>
      <p:sp>
        <p:nvSpPr>
          <p:cNvPr id="3079" name="Espaço Reservado para Número de Slide 7">
            <a:extLst>
              <a:ext uri="{FF2B5EF4-FFF2-40B4-BE49-F238E27FC236}">
                <a16:creationId xmlns:a16="http://schemas.microsoft.com/office/drawing/2014/main" id="{B3F567BC-A714-4276-6D47-A5761F5B2EA3}"/>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2FFDAB92-A069-4AD8-A7F5-3DBB7E8C16EA}" type="slidenum">
              <a:rPr lang="pt-BR" altLang="pt-BR">
                <a:solidFill>
                  <a:srgbClr val="2C5DAA"/>
                </a:solidFill>
                <a:latin typeface="Calibri" panose="020F0502020204030204" pitchFamily="34" charset="0"/>
              </a:rPr>
              <a:pPr eaLnBrk="1" hangingPunct="1"/>
              <a:t>3</a:t>
            </a:fld>
            <a:endParaRPr lang="pt-BR" altLang="pt-BR">
              <a:solidFill>
                <a:srgbClr val="2C5DAA"/>
              </a:solidFill>
              <a:latin typeface="Calibri" panose="020F0502020204030204" pitchFamily="34" charset="0"/>
            </a:endParaRPr>
          </a:p>
        </p:txBody>
      </p:sp>
      <p:sp>
        <p:nvSpPr>
          <p:cNvPr id="15367" name="CaixaDeTexto 6">
            <a:extLst>
              <a:ext uri="{FF2B5EF4-FFF2-40B4-BE49-F238E27FC236}">
                <a16:creationId xmlns:a16="http://schemas.microsoft.com/office/drawing/2014/main" id="{9CA37D3B-8C9F-59B1-65DB-A8D1196BAC6F}"/>
              </a:ext>
            </a:extLst>
          </p:cNvPr>
          <p:cNvSpPr txBox="1">
            <a:spLocks noChangeArrowheads="1"/>
          </p:cNvSpPr>
          <p:nvPr/>
        </p:nvSpPr>
        <p:spPr bwMode="auto">
          <a:xfrm>
            <a:off x="1428750" y="5643563"/>
            <a:ext cx="671512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400">
                <a:solidFill>
                  <a:srgbClr val="000000"/>
                </a:solidFill>
              </a:rPr>
              <a:t>Empreenda o Projeto se o </a:t>
            </a:r>
            <a:r>
              <a:rPr lang="pt-BR" altLang="pt-BR" sz="1400" i="1">
                <a:solidFill>
                  <a:srgbClr val="000000"/>
                </a:solidFill>
              </a:rPr>
              <a:t>VPL</a:t>
            </a:r>
            <a:r>
              <a:rPr lang="pt-BR" altLang="pt-BR" sz="1400">
                <a:solidFill>
                  <a:srgbClr val="000000"/>
                </a:solidFill>
              </a:rPr>
              <a:t> &gt; 0 ⇒ projeto economicamente  viável.</a:t>
            </a:r>
          </a:p>
        </p:txBody>
      </p:sp>
      <p:pic>
        <p:nvPicPr>
          <p:cNvPr id="13" name="Picture 6">
            <a:extLst>
              <a:ext uri="{FF2B5EF4-FFF2-40B4-BE49-F238E27FC236}">
                <a16:creationId xmlns:a16="http://schemas.microsoft.com/office/drawing/2014/main" id="{01F8E63A-B81C-0046-E004-68FB36D26821}"/>
              </a:ext>
            </a:extLst>
          </p:cNvPr>
          <p:cNvPicPr>
            <a:picLocks noChangeAspect="1" noChangeArrowheads="1"/>
          </p:cNvPicPr>
          <p:nvPr/>
        </p:nvPicPr>
        <p:blipFill>
          <a:blip r:embed="rId4"/>
          <a:srcRect l="17377" t="61246" r="33217" b="14865"/>
          <a:stretch>
            <a:fillRect/>
          </a:stretch>
        </p:blipFill>
        <p:spPr bwMode="auto">
          <a:xfrm>
            <a:off x="3286125" y="2786063"/>
            <a:ext cx="2357438" cy="712787"/>
          </a:xfrm>
          <a:prstGeom prst="rect">
            <a:avLst/>
          </a:prstGeom>
          <a:ln>
            <a:noFill/>
          </a:ln>
          <a:effectLst>
            <a:outerShdw blurRad="292100" dist="139700" dir="2700000" algn="tl" rotWithShape="0">
              <a:srgbClr val="333333">
                <a:alpha val="65000"/>
              </a:srgbClr>
            </a:outerShdw>
          </a:effectLst>
        </p:spPr>
      </p:pic>
      <p:sp>
        <p:nvSpPr>
          <p:cNvPr id="15369" name="CaixaDeTexto 11">
            <a:extLst>
              <a:ext uri="{FF2B5EF4-FFF2-40B4-BE49-F238E27FC236}">
                <a16:creationId xmlns:a16="http://schemas.microsoft.com/office/drawing/2014/main" id="{51425EC7-F5B3-4914-FA69-0065D600DBC1}"/>
              </a:ext>
            </a:extLst>
          </p:cNvPr>
          <p:cNvSpPr txBox="1">
            <a:spLocks noChangeArrowheads="1"/>
          </p:cNvSpPr>
          <p:nvPr/>
        </p:nvSpPr>
        <p:spPr bwMode="auto">
          <a:xfrm>
            <a:off x="4538663" y="142875"/>
            <a:ext cx="44624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Capítulo 2</a:t>
            </a:r>
            <a:r>
              <a:rPr lang="pt-BR" altLang="pt-BR">
                <a:solidFill>
                  <a:srgbClr val="F2F2F2"/>
                </a:solidFill>
              </a:rPr>
              <a:t> | Métodos e critérios de decisão na análise de investimentos de capital</a:t>
            </a:r>
          </a:p>
          <a:p>
            <a:pPr eaLnBrk="1" hangingPunct="1"/>
            <a:endParaRPr lang="pt-BR" altLang="pt-BR">
              <a:solidFill>
                <a:srgbClr val="F12130"/>
              </a:solidFil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028" name="CaixaDeTexto 3">
            <a:extLst>
              <a:ext uri="{FF2B5EF4-FFF2-40B4-BE49-F238E27FC236}">
                <a16:creationId xmlns:a16="http://schemas.microsoft.com/office/drawing/2014/main" id="{C1E5CAD7-C7FF-BA27-8DB6-39FB8E7DC23E}"/>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1029" name="CaixaDeTexto 6">
            <a:extLst>
              <a:ext uri="{FF2B5EF4-FFF2-40B4-BE49-F238E27FC236}">
                <a16:creationId xmlns:a16="http://schemas.microsoft.com/office/drawing/2014/main" id="{106EB18E-4E9C-266A-40EF-929A18B055F3}"/>
              </a:ext>
            </a:extLst>
          </p:cNvPr>
          <p:cNvSpPr txBox="1">
            <a:spLocks noChangeArrowheads="1"/>
          </p:cNvSpPr>
          <p:nvPr/>
        </p:nvSpPr>
        <p:spPr bwMode="auto">
          <a:xfrm>
            <a:off x="1571625" y="2681288"/>
            <a:ext cx="6715125"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solidFill>
                  <a:srgbClr val="000000"/>
                </a:solidFill>
              </a:rPr>
              <a:t>Considere uma alternativa de investimento com desembolso inicial de R$ 200.000,00 e que venha gerar fluxos de caixa de  R$ 75.000,00, por ano, durante 5 anos, o </a:t>
            </a:r>
            <a:r>
              <a:rPr lang="pt-BR" altLang="pt-BR" sz="1600" i="1">
                <a:solidFill>
                  <a:srgbClr val="000000"/>
                </a:solidFill>
              </a:rPr>
              <a:t>VPL</a:t>
            </a:r>
            <a:r>
              <a:rPr lang="pt-BR" altLang="pt-BR" sz="1600">
                <a:solidFill>
                  <a:srgbClr val="000000"/>
                </a:solidFill>
              </a:rPr>
              <a:t> calculado a um custo de capital de 15% ao ano será:</a:t>
            </a:r>
          </a:p>
        </p:txBody>
      </p:sp>
      <p:sp>
        <p:nvSpPr>
          <p:cNvPr id="1030" name="CaixaDeTexto 10">
            <a:extLst>
              <a:ext uri="{FF2B5EF4-FFF2-40B4-BE49-F238E27FC236}">
                <a16:creationId xmlns:a16="http://schemas.microsoft.com/office/drawing/2014/main" id="{642ED2D1-46FC-1267-1A61-F89629B6CE89}"/>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1031" name="CaixaDeTexto 12">
            <a:extLst>
              <a:ext uri="{FF2B5EF4-FFF2-40B4-BE49-F238E27FC236}">
                <a16:creationId xmlns:a16="http://schemas.microsoft.com/office/drawing/2014/main" id="{6D4ADFC4-1D9F-A8AB-08A1-7148E9DB9B22}"/>
              </a:ext>
            </a:extLst>
          </p:cNvPr>
          <p:cNvSpPr txBox="1">
            <a:spLocks noChangeArrowheads="1"/>
          </p:cNvSpPr>
          <p:nvPr/>
        </p:nvSpPr>
        <p:spPr bwMode="auto">
          <a:xfrm>
            <a:off x="1571625" y="2130425"/>
            <a:ext cx="6302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2.1 Exemplo de Método do valor presente líquido (</a:t>
            </a:r>
            <a:r>
              <a:rPr lang="pt-BR" altLang="pt-BR" b="1" i="1">
                <a:solidFill>
                  <a:srgbClr val="2C5DAA"/>
                </a:solidFill>
              </a:rPr>
              <a:t>VPL</a:t>
            </a:r>
            <a:r>
              <a:rPr lang="pt-BR" altLang="pt-BR" b="1">
                <a:solidFill>
                  <a:srgbClr val="2C5DAA"/>
                </a:solidFill>
              </a:rPr>
              <a:t>):</a:t>
            </a:r>
          </a:p>
        </p:txBody>
      </p:sp>
      <p:sp>
        <p:nvSpPr>
          <p:cNvPr id="3079" name="Espaço Reservado para Número de Slide 7">
            <a:extLst>
              <a:ext uri="{FF2B5EF4-FFF2-40B4-BE49-F238E27FC236}">
                <a16:creationId xmlns:a16="http://schemas.microsoft.com/office/drawing/2014/main" id="{595F3BDB-EB09-9AFC-DA8D-2F52150D153A}"/>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903C917E-0D6D-4AB5-A43E-47581A3D888E}" type="slidenum">
              <a:rPr lang="pt-BR" altLang="pt-BR">
                <a:solidFill>
                  <a:srgbClr val="2C5DAA"/>
                </a:solidFill>
                <a:latin typeface="Calibri" panose="020F0502020204030204" pitchFamily="34" charset="0"/>
              </a:rPr>
              <a:pPr eaLnBrk="1" hangingPunct="1"/>
              <a:t>4</a:t>
            </a:fld>
            <a:endParaRPr lang="pt-BR" altLang="pt-BR">
              <a:solidFill>
                <a:srgbClr val="2C5DAA"/>
              </a:solidFill>
              <a:latin typeface="Calibri" panose="020F0502020204030204" pitchFamily="34" charset="0"/>
            </a:endParaRPr>
          </a:p>
        </p:txBody>
      </p:sp>
      <p:sp>
        <p:nvSpPr>
          <p:cNvPr id="1033" name="CaixaDeTexto 6">
            <a:extLst>
              <a:ext uri="{FF2B5EF4-FFF2-40B4-BE49-F238E27FC236}">
                <a16:creationId xmlns:a16="http://schemas.microsoft.com/office/drawing/2014/main" id="{C39E7810-CCB9-3D2F-8E5E-B4BA6D092A85}"/>
              </a:ext>
            </a:extLst>
          </p:cNvPr>
          <p:cNvSpPr txBox="1">
            <a:spLocks noChangeArrowheads="1"/>
          </p:cNvSpPr>
          <p:nvPr/>
        </p:nvSpPr>
        <p:spPr bwMode="auto">
          <a:xfrm>
            <a:off x="1563688" y="5286375"/>
            <a:ext cx="6715125"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solidFill>
                  <a:srgbClr val="000000"/>
                </a:solidFill>
              </a:rPr>
              <a:t>Critério de decisão: se </a:t>
            </a:r>
            <a:r>
              <a:rPr lang="pt-BR" altLang="pt-BR" sz="1600" i="1">
                <a:solidFill>
                  <a:srgbClr val="000000"/>
                </a:solidFill>
              </a:rPr>
              <a:t>VPL</a:t>
            </a:r>
            <a:r>
              <a:rPr lang="pt-BR" altLang="pt-BR" sz="1600">
                <a:solidFill>
                  <a:srgbClr val="000000"/>
                </a:solidFill>
              </a:rPr>
              <a:t> &gt; 0 ⇒ projeto economicamente </a:t>
            </a:r>
          </a:p>
          <a:p>
            <a:pPr eaLnBrk="1" hangingPunct="1">
              <a:lnSpc>
                <a:spcPct val="150000"/>
              </a:lnSpc>
            </a:pPr>
            <a:r>
              <a:rPr lang="pt-BR" altLang="pt-BR" sz="1600">
                <a:solidFill>
                  <a:srgbClr val="000000"/>
                </a:solidFill>
              </a:rPr>
              <a:t>viável.</a:t>
            </a:r>
          </a:p>
        </p:txBody>
      </p:sp>
      <p:pic>
        <p:nvPicPr>
          <p:cNvPr id="13" name="Picture 6">
            <a:extLst>
              <a:ext uri="{FF2B5EF4-FFF2-40B4-BE49-F238E27FC236}">
                <a16:creationId xmlns:a16="http://schemas.microsoft.com/office/drawing/2014/main" id="{CE38AC82-FA23-8514-8C5F-C7258B389FF4}"/>
              </a:ext>
            </a:extLst>
          </p:cNvPr>
          <p:cNvPicPr>
            <a:picLocks noChangeAspect="1" noChangeArrowheads="1"/>
          </p:cNvPicPr>
          <p:nvPr/>
        </p:nvPicPr>
        <p:blipFill>
          <a:blip r:embed="rId4"/>
          <a:srcRect l="17377" t="61246" r="33217" b="14865"/>
          <a:stretch>
            <a:fillRect/>
          </a:stretch>
        </p:blipFill>
        <p:spPr bwMode="auto">
          <a:xfrm>
            <a:off x="1643063" y="4357688"/>
            <a:ext cx="2357437" cy="712787"/>
          </a:xfrm>
          <a:prstGeom prst="rect">
            <a:avLst/>
          </a:prstGeom>
          <a:ln>
            <a:noFill/>
          </a:ln>
          <a:effectLst>
            <a:outerShdw blurRad="292100" dist="139700" dir="2700000" algn="tl" rotWithShape="0">
              <a:srgbClr val="333333">
                <a:alpha val="65000"/>
              </a:srgbClr>
            </a:outerShdw>
          </a:effectLst>
        </p:spPr>
      </p:pic>
      <p:sp>
        <p:nvSpPr>
          <p:cNvPr id="1035" name="CaixaDeTexto 11">
            <a:extLst>
              <a:ext uri="{FF2B5EF4-FFF2-40B4-BE49-F238E27FC236}">
                <a16:creationId xmlns:a16="http://schemas.microsoft.com/office/drawing/2014/main" id="{861F4CDC-A6C6-F282-C689-146EE66BB876}"/>
              </a:ext>
            </a:extLst>
          </p:cNvPr>
          <p:cNvSpPr txBox="1">
            <a:spLocks noChangeArrowheads="1"/>
          </p:cNvSpPr>
          <p:nvPr/>
        </p:nvSpPr>
        <p:spPr bwMode="auto">
          <a:xfrm>
            <a:off x="4538663" y="142875"/>
            <a:ext cx="44624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Capítulo 2</a:t>
            </a:r>
            <a:r>
              <a:rPr lang="pt-BR" altLang="pt-BR">
                <a:solidFill>
                  <a:srgbClr val="F2F2F2"/>
                </a:solidFill>
              </a:rPr>
              <a:t> | Métodos e critérios de decisão na análise de investimentos de capital</a:t>
            </a:r>
          </a:p>
          <a:p>
            <a:pPr eaLnBrk="1" hangingPunct="1"/>
            <a:endParaRPr lang="pt-BR" altLang="pt-BR">
              <a:solidFill>
                <a:srgbClr val="F12130"/>
              </a:solidFill>
            </a:endParaRPr>
          </a:p>
        </p:txBody>
      </p:sp>
      <p:graphicFrame>
        <p:nvGraphicFramePr>
          <p:cNvPr id="1026" name="Object 2">
            <a:extLst>
              <a:ext uri="{FF2B5EF4-FFF2-40B4-BE49-F238E27FC236}">
                <a16:creationId xmlns:a16="http://schemas.microsoft.com/office/drawing/2014/main" id="{E5F3F24C-BFA1-E66A-3865-CC9AFB078692}"/>
              </a:ext>
            </a:extLst>
          </p:cNvPr>
          <p:cNvGraphicFramePr>
            <a:graphicFrameLocks noChangeAspect="1"/>
          </p:cNvGraphicFramePr>
          <p:nvPr/>
        </p:nvGraphicFramePr>
        <p:xfrm>
          <a:off x="4143375" y="4500563"/>
          <a:ext cx="3797300" cy="419100"/>
        </p:xfrm>
        <a:graphic>
          <a:graphicData uri="http://schemas.openxmlformats.org/presentationml/2006/ole">
            <mc:AlternateContent xmlns:mc="http://schemas.openxmlformats.org/markup-compatibility/2006">
              <mc:Choice xmlns:v="urn:schemas-microsoft-com:vml" Requires="v">
                <p:oleObj name="Equação" r:id="rId5" imgW="3797280" imgH="419040" progId="Equation.3">
                  <p:embed/>
                </p:oleObj>
              </mc:Choice>
              <mc:Fallback>
                <p:oleObj name="Equação" r:id="rId5" imgW="3797280" imgH="41904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43375" y="4500563"/>
                        <a:ext cx="37973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52" name="CaixaDeTexto 3">
            <a:extLst>
              <a:ext uri="{FF2B5EF4-FFF2-40B4-BE49-F238E27FC236}">
                <a16:creationId xmlns:a16="http://schemas.microsoft.com/office/drawing/2014/main" id="{5E7DA280-46C5-192B-0524-A79218D0D11B}"/>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2053" name="CaixaDeTexto 6">
            <a:extLst>
              <a:ext uri="{FF2B5EF4-FFF2-40B4-BE49-F238E27FC236}">
                <a16:creationId xmlns:a16="http://schemas.microsoft.com/office/drawing/2014/main" id="{5F5F0804-3C62-7B53-A6B7-CA345E64581B}"/>
              </a:ext>
            </a:extLst>
          </p:cNvPr>
          <p:cNvSpPr txBox="1">
            <a:spLocks noChangeArrowheads="1"/>
          </p:cNvSpPr>
          <p:nvPr/>
        </p:nvSpPr>
        <p:spPr bwMode="auto">
          <a:xfrm>
            <a:off x="1571625" y="2681288"/>
            <a:ext cx="671512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solidFill>
                  <a:srgbClr val="000000"/>
                </a:solidFill>
              </a:rPr>
              <a:t>Utilizando o mesmo exemplo anterior do </a:t>
            </a:r>
            <a:r>
              <a:rPr lang="pt-BR" altLang="pt-BR" sz="1600" i="1">
                <a:solidFill>
                  <a:srgbClr val="000000"/>
                </a:solidFill>
              </a:rPr>
              <a:t>VPL</a:t>
            </a:r>
            <a:r>
              <a:rPr lang="pt-BR" altLang="pt-BR" sz="1600">
                <a:solidFill>
                  <a:srgbClr val="000000"/>
                </a:solidFill>
              </a:rPr>
              <a:t>, temos:</a:t>
            </a:r>
          </a:p>
        </p:txBody>
      </p:sp>
      <p:sp>
        <p:nvSpPr>
          <p:cNvPr id="2054" name="CaixaDeTexto 10">
            <a:extLst>
              <a:ext uri="{FF2B5EF4-FFF2-40B4-BE49-F238E27FC236}">
                <a16:creationId xmlns:a16="http://schemas.microsoft.com/office/drawing/2014/main" id="{059E2CBF-475B-0E36-BA33-52BA28F32FD8}"/>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2055" name="CaixaDeTexto 12">
            <a:extLst>
              <a:ext uri="{FF2B5EF4-FFF2-40B4-BE49-F238E27FC236}">
                <a16:creationId xmlns:a16="http://schemas.microsoft.com/office/drawing/2014/main" id="{BC1BD493-97C9-C996-6BA0-F3DAA1F430FC}"/>
              </a:ext>
            </a:extLst>
          </p:cNvPr>
          <p:cNvSpPr txBox="1">
            <a:spLocks noChangeArrowheads="1"/>
          </p:cNvSpPr>
          <p:nvPr/>
        </p:nvSpPr>
        <p:spPr bwMode="auto">
          <a:xfrm>
            <a:off x="1571625" y="2130425"/>
            <a:ext cx="63273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latin typeface="Arial"/>
                <a:cs typeface="Arial"/>
              </a:rPr>
              <a:t>2.2 Exemplo do Método da taxa interna de retorno (</a:t>
            </a:r>
            <a:r>
              <a:rPr lang="pt-BR" altLang="pt-BR" b="1" i="1">
                <a:solidFill>
                  <a:srgbClr val="2C5DAA"/>
                </a:solidFill>
                <a:latin typeface="Arial"/>
                <a:cs typeface="Arial"/>
              </a:rPr>
              <a:t>TIR</a:t>
            </a:r>
            <a:r>
              <a:rPr lang="pt-BR" altLang="pt-BR" b="1">
                <a:solidFill>
                  <a:srgbClr val="2C5DAA"/>
                </a:solidFill>
                <a:latin typeface="Arial"/>
                <a:cs typeface="Arial"/>
              </a:rPr>
              <a:t>):</a:t>
            </a:r>
            <a:endParaRPr lang="pt-BR" altLang="pt-BR" b="1">
              <a:solidFill>
                <a:srgbClr val="2C5DAA"/>
              </a:solidFill>
            </a:endParaRPr>
          </a:p>
        </p:txBody>
      </p:sp>
      <p:sp>
        <p:nvSpPr>
          <p:cNvPr id="3079" name="Espaço Reservado para Número de Slide 7">
            <a:extLst>
              <a:ext uri="{FF2B5EF4-FFF2-40B4-BE49-F238E27FC236}">
                <a16:creationId xmlns:a16="http://schemas.microsoft.com/office/drawing/2014/main" id="{20FC74AF-474F-DAE1-B99C-B76BACA3C784}"/>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7DFFF279-FA34-4514-A585-80A37885D648}" type="slidenum">
              <a:rPr lang="pt-BR" altLang="pt-BR">
                <a:solidFill>
                  <a:srgbClr val="2C5DAA"/>
                </a:solidFill>
                <a:latin typeface="Calibri" panose="020F0502020204030204" pitchFamily="34" charset="0"/>
              </a:rPr>
              <a:pPr eaLnBrk="1" hangingPunct="1"/>
              <a:t>5</a:t>
            </a:fld>
            <a:endParaRPr lang="pt-BR" altLang="pt-BR">
              <a:solidFill>
                <a:srgbClr val="2C5DAA"/>
              </a:solidFill>
              <a:latin typeface="Calibri" panose="020F0502020204030204" pitchFamily="34" charset="0"/>
            </a:endParaRPr>
          </a:p>
        </p:txBody>
      </p:sp>
      <p:sp>
        <p:nvSpPr>
          <p:cNvPr id="2057" name="CaixaDeTexto 6">
            <a:extLst>
              <a:ext uri="{FF2B5EF4-FFF2-40B4-BE49-F238E27FC236}">
                <a16:creationId xmlns:a16="http://schemas.microsoft.com/office/drawing/2014/main" id="{F4225743-0011-6007-1ABB-141539E48A9D}"/>
              </a:ext>
            </a:extLst>
          </p:cNvPr>
          <p:cNvSpPr txBox="1">
            <a:spLocks noChangeArrowheads="1"/>
          </p:cNvSpPr>
          <p:nvPr/>
        </p:nvSpPr>
        <p:spPr bwMode="auto">
          <a:xfrm>
            <a:off x="1500188" y="5000625"/>
            <a:ext cx="6715125"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solidFill>
                  <a:srgbClr val="000000"/>
                </a:solidFill>
              </a:rPr>
              <a:t>Critério de decisão: se i* &gt; K ⇒ projeto economicamente viável. Como </a:t>
            </a:r>
            <a:r>
              <a:rPr lang="pt-BR" altLang="pt-BR" sz="1600" i="1">
                <a:solidFill>
                  <a:srgbClr val="000000"/>
                </a:solidFill>
              </a:rPr>
              <a:t>TIR</a:t>
            </a:r>
            <a:r>
              <a:rPr lang="pt-BR" altLang="pt-BR" sz="1600">
                <a:solidFill>
                  <a:srgbClr val="000000"/>
                </a:solidFill>
              </a:rPr>
              <a:t> = 25,41% a.a. &gt; 15% a.a.  Então o projeto é viável. </a:t>
            </a:r>
          </a:p>
        </p:txBody>
      </p:sp>
      <p:pic>
        <p:nvPicPr>
          <p:cNvPr id="13" name="Picture 2">
            <a:extLst>
              <a:ext uri="{FF2B5EF4-FFF2-40B4-BE49-F238E27FC236}">
                <a16:creationId xmlns:a16="http://schemas.microsoft.com/office/drawing/2014/main" id="{A0F16DBD-3787-042F-E43C-3A61D88696E9}"/>
              </a:ext>
            </a:extLst>
          </p:cNvPr>
          <p:cNvPicPr>
            <a:picLocks noChangeAspect="1" noChangeArrowheads="1"/>
          </p:cNvPicPr>
          <p:nvPr/>
        </p:nvPicPr>
        <p:blipFill>
          <a:blip r:embed="rId4"/>
          <a:srcRect l="29883" t="54374" r="26631" b="27374"/>
          <a:stretch>
            <a:fillRect/>
          </a:stretch>
        </p:blipFill>
        <p:spPr bwMode="auto">
          <a:xfrm>
            <a:off x="1357313" y="3571875"/>
            <a:ext cx="2714625" cy="712788"/>
          </a:xfrm>
          <a:prstGeom prst="rect">
            <a:avLst/>
          </a:prstGeom>
          <a:ln>
            <a:noFill/>
          </a:ln>
          <a:effectLst>
            <a:outerShdw blurRad="292100" dist="139700" dir="2700000" algn="tl" rotWithShape="0">
              <a:srgbClr val="333333">
                <a:alpha val="65000"/>
              </a:srgbClr>
            </a:outerShdw>
          </a:effectLst>
        </p:spPr>
      </p:pic>
      <p:sp>
        <p:nvSpPr>
          <p:cNvPr id="2059" name="CaixaDeTexto 10">
            <a:extLst>
              <a:ext uri="{FF2B5EF4-FFF2-40B4-BE49-F238E27FC236}">
                <a16:creationId xmlns:a16="http://schemas.microsoft.com/office/drawing/2014/main" id="{E5BB8C87-5C48-27BB-F3C4-DA450D81BE94}"/>
              </a:ext>
            </a:extLst>
          </p:cNvPr>
          <p:cNvSpPr txBox="1">
            <a:spLocks noChangeArrowheads="1"/>
          </p:cNvSpPr>
          <p:nvPr/>
        </p:nvSpPr>
        <p:spPr bwMode="auto">
          <a:xfrm>
            <a:off x="4538663" y="142875"/>
            <a:ext cx="44624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Capítulo 2</a:t>
            </a:r>
            <a:r>
              <a:rPr lang="pt-BR" altLang="pt-BR">
                <a:solidFill>
                  <a:srgbClr val="F2F2F2"/>
                </a:solidFill>
              </a:rPr>
              <a:t> | Métodos e critérios de decisão na análise de investimentos de capital</a:t>
            </a:r>
          </a:p>
          <a:p>
            <a:pPr eaLnBrk="1" hangingPunct="1"/>
            <a:endParaRPr lang="pt-BR" altLang="pt-BR">
              <a:solidFill>
                <a:srgbClr val="F12130"/>
              </a:solidFill>
            </a:endParaRPr>
          </a:p>
        </p:txBody>
      </p:sp>
      <p:graphicFrame>
        <p:nvGraphicFramePr>
          <p:cNvPr id="2050" name="Object 4">
            <a:extLst>
              <a:ext uri="{FF2B5EF4-FFF2-40B4-BE49-F238E27FC236}">
                <a16:creationId xmlns:a16="http://schemas.microsoft.com/office/drawing/2014/main" id="{A180A6EA-3272-BBF6-F6A9-CF9EEFC2C78C}"/>
              </a:ext>
            </a:extLst>
          </p:cNvPr>
          <p:cNvGraphicFramePr>
            <a:graphicFrameLocks noChangeAspect="1"/>
          </p:cNvGraphicFramePr>
          <p:nvPr/>
        </p:nvGraphicFramePr>
        <p:xfrm>
          <a:off x="4214813" y="3786188"/>
          <a:ext cx="3644900" cy="419100"/>
        </p:xfrm>
        <a:graphic>
          <a:graphicData uri="http://schemas.openxmlformats.org/presentationml/2006/ole">
            <mc:AlternateContent xmlns:mc="http://schemas.openxmlformats.org/markup-compatibility/2006">
              <mc:Choice xmlns:v="urn:schemas-microsoft-com:vml" Requires="v">
                <p:oleObj name="Equação" r:id="rId5" imgW="3644640" imgH="419040" progId="Equation.3">
                  <p:embed/>
                </p:oleObj>
              </mc:Choice>
              <mc:Fallback>
                <p:oleObj name="Equação" r:id="rId5" imgW="3644640" imgH="41904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4813" y="3786188"/>
                        <a:ext cx="36449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6386" name="CaixaDeTexto 3">
            <a:extLst>
              <a:ext uri="{FF2B5EF4-FFF2-40B4-BE49-F238E27FC236}">
                <a16:creationId xmlns:a16="http://schemas.microsoft.com/office/drawing/2014/main" id="{D0B258DF-C892-B961-8CD8-045239C1DEEE}"/>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16387" name="CaixaDeTexto 6">
            <a:extLst>
              <a:ext uri="{FF2B5EF4-FFF2-40B4-BE49-F238E27FC236}">
                <a16:creationId xmlns:a16="http://schemas.microsoft.com/office/drawing/2014/main" id="{877F4701-CEC7-AC1E-E01C-4B89721C9FFB}"/>
              </a:ext>
            </a:extLst>
          </p:cNvPr>
          <p:cNvSpPr txBox="1">
            <a:spLocks noChangeArrowheads="1"/>
          </p:cNvSpPr>
          <p:nvPr/>
        </p:nvSpPr>
        <p:spPr bwMode="auto">
          <a:xfrm>
            <a:off x="1571625" y="2681288"/>
            <a:ext cx="6715125" cy="115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t>Por definição, a </a:t>
            </a:r>
            <a:r>
              <a:rPr lang="pt-BR" altLang="pt-BR" sz="1600" i="1"/>
              <a:t>TIR</a:t>
            </a:r>
            <a:r>
              <a:rPr lang="pt-BR" altLang="pt-BR" sz="1600"/>
              <a:t> é a taxa de retorno do investimento. Matematicamente, a </a:t>
            </a:r>
            <a:r>
              <a:rPr lang="pt-BR" altLang="pt-BR" sz="1600" i="1"/>
              <a:t>TIR</a:t>
            </a:r>
            <a:r>
              <a:rPr lang="pt-BR" altLang="pt-BR" sz="1600"/>
              <a:t> é uma taxa hipotética que anula o </a:t>
            </a:r>
            <a:r>
              <a:rPr lang="pt-BR" altLang="pt-BR" sz="1600" i="1"/>
              <a:t>VPL</a:t>
            </a:r>
            <a:r>
              <a:rPr lang="pt-BR" altLang="pt-BR" sz="1600"/>
              <a:t>, ou seja, é aquele valor de i* que satisfaz a seguinte equação:</a:t>
            </a:r>
          </a:p>
        </p:txBody>
      </p:sp>
      <p:sp>
        <p:nvSpPr>
          <p:cNvPr id="16388" name="CaixaDeTexto 10">
            <a:extLst>
              <a:ext uri="{FF2B5EF4-FFF2-40B4-BE49-F238E27FC236}">
                <a16:creationId xmlns:a16="http://schemas.microsoft.com/office/drawing/2014/main" id="{698DA3E6-C247-48F4-993A-94A6C8096237}"/>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16389" name="CaixaDeTexto 12">
            <a:extLst>
              <a:ext uri="{FF2B5EF4-FFF2-40B4-BE49-F238E27FC236}">
                <a16:creationId xmlns:a16="http://schemas.microsoft.com/office/drawing/2014/main" id="{D5BBF4B6-9CC8-9919-217E-5842F684F92E}"/>
              </a:ext>
            </a:extLst>
          </p:cNvPr>
          <p:cNvSpPr txBox="1">
            <a:spLocks noChangeArrowheads="1"/>
          </p:cNvSpPr>
          <p:nvPr/>
        </p:nvSpPr>
        <p:spPr bwMode="auto">
          <a:xfrm>
            <a:off x="1571625" y="2130425"/>
            <a:ext cx="48783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2.2 Método da taxa interna de retorno (</a:t>
            </a:r>
            <a:r>
              <a:rPr lang="pt-BR" altLang="pt-BR" b="1" i="1">
                <a:solidFill>
                  <a:srgbClr val="2C5DAA"/>
                </a:solidFill>
              </a:rPr>
              <a:t>TIR</a:t>
            </a:r>
            <a:r>
              <a:rPr lang="pt-BR" altLang="pt-BR" b="1">
                <a:solidFill>
                  <a:srgbClr val="2C5DAA"/>
                </a:solidFill>
              </a:rPr>
              <a:t>)</a:t>
            </a:r>
          </a:p>
        </p:txBody>
      </p:sp>
      <p:sp>
        <p:nvSpPr>
          <p:cNvPr id="3079" name="Espaço Reservado para Número de Slide 7">
            <a:extLst>
              <a:ext uri="{FF2B5EF4-FFF2-40B4-BE49-F238E27FC236}">
                <a16:creationId xmlns:a16="http://schemas.microsoft.com/office/drawing/2014/main" id="{F818BC31-40E1-E75D-29A7-5DC7294FD16A}"/>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B345BFBA-F319-4543-A04D-5FB19975EDE2}" type="slidenum">
              <a:rPr lang="pt-BR" altLang="pt-BR">
                <a:solidFill>
                  <a:srgbClr val="2C5DAA"/>
                </a:solidFill>
                <a:latin typeface="Calibri" panose="020F0502020204030204" pitchFamily="34" charset="0"/>
              </a:rPr>
              <a:pPr eaLnBrk="1" hangingPunct="1"/>
              <a:t>6</a:t>
            </a:fld>
            <a:endParaRPr lang="pt-BR" altLang="pt-BR">
              <a:solidFill>
                <a:srgbClr val="2C5DAA"/>
              </a:solidFill>
              <a:latin typeface="Calibri" panose="020F0502020204030204" pitchFamily="34" charset="0"/>
            </a:endParaRPr>
          </a:p>
        </p:txBody>
      </p:sp>
      <p:sp>
        <p:nvSpPr>
          <p:cNvPr id="16391" name="CaixaDeTexto 6">
            <a:extLst>
              <a:ext uri="{FF2B5EF4-FFF2-40B4-BE49-F238E27FC236}">
                <a16:creationId xmlns:a16="http://schemas.microsoft.com/office/drawing/2014/main" id="{37928C91-9CA8-65B7-E379-EC42FC45114B}"/>
              </a:ext>
            </a:extLst>
          </p:cNvPr>
          <p:cNvSpPr txBox="1">
            <a:spLocks noChangeArrowheads="1"/>
          </p:cNvSpPr>
          <p:nvPr/>
        </p:nvSpPr>
        <p:spPr bwMode="auto">
          <a:xfrm>
            <a:off x="1500188" y="5000625"/>
            <a:ext cx="6715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t>Critério de decisão: se i* &gt; K ⇒ projeto economicamente viável.</a:t>
            </a:r>
          </a:p>
        </p:txBody>
      </p:sp>
      <p:pic>
        <p:nvPicPr>
          <p:cNvPr id="13" name="Picture 2">
            <a:extLst>
              <a:ext uri="{FF2B5EF4-FFF2-40B4-BE49-F238E27FC236}">
                <a16:creationId xmlns:a16="http://schemas.microsoft.com/office/drawing/2014/main" id="{BD37AAC3-55E2-D774-94FD-B4A9075C2F88}"/>
              </a:ext>
            </a:extLst>
          </p:cNvPr>
          <p:cNvPicPr>
            <a:picLocks noChangeAspect="1" noChangeArrowheads="1"/>
          </p:cNvPicPr>
          <p:nvPr/>
        </p:nvPicPr>
        <p:blipFill>
          <a:blip r:embed="rId4"/>
          <a:srcRect l="29883" t="54374" r="26631" b="27374"/>
          <a:stretch>
            <a:fillRect/>
          </a:stretch>
        </p:blipFill>
        <p:spPr bwMode="auto">
          <a:xfrm>
            <a:off x="3071813" y="4071938"/>
            <a:ext cx="2714625" cy="712787"/>
          </a:xfrm>
          <a:prstGeom prst="rect">
            <a:avLst/>
          </a:prstGeom>
          <a:ln>
            <a:noFill/>
          </a:ln>
          <a:effectLst>
            <a:outerShdw blurRad="292100" dist="139700" dir="2700000" algn="tl" rotWithShape="0">
              <a:srgbClr val="333333">
                <a:alpha val="65000"/>
              </a:srgbClr>
            </a:outerShdw>
          </a:effectLst>
        </p:spPr>
      </p:pic>
      <p:sp>
        <p:nvSpPr>
          <p:cNvPr id="11" name="CaixaDeTexto 10">
            <a:extLst>
              <a:ext uri="{FF2B5EF4-FFF2-40B4-BE49-F238E27FC236}">
                <a16:creationId xmlns:a16="http://schemas.microsoft.com/office/drawing/2014/main" id="{579370A5-601B-10F0-BB71-124D95232A9C}"/>
              </a:ext>
            </a:extLst>
          </p:cNvPr>
          <p:cNvSpPr txBox="1"/>
          <p:nvPr/>
        </p:nvSpPr>
        <p:spPr>
          <a:xfrm>
            <a:off x="4538663" y="142875"/>
            <a:ext cx="4462462" cy="1200150"/>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de decisão na análise de investimentos de capital</a:t>
            </a:r>
          </a:p>
          <a:p>
            <a:pPr fontAlgn="auto">
              <a:spcBef>
                <a:spcPts val="0"/>
              </a:spcBef>
              <a:spcAft>
                <a:spcPts val="0"/>
              </a:spcAft>
              <a:defRPr/>
            </a:pPr>
            <a:endParaRPr lang="pt-BR" dirty="0">
              <a:solidFill>
                <a:srgbClr val="F12130"/>
              </a:solidFil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7410" name="CaixaDeTexto 3">
            <a:extLst>
              <a:ext uri="{FF2B5EF4-FFF2-40B4-BE49-F238E27FC236}">
                <a16:creationId xmlns:a16="http://schemas.microsoft.com/office/drawing/2014/main" id="{BE512EC1-5E58-1768-2B90-2B12424D4629}"/>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17411" name="CaixaDeTexto 6">
            <a:extLst>
              <a:ext uri="{FF2B5EF4-FFF2-40B4-BE49-F238E27FC236}">
                <a16:creationId xmlns:a16="http://schemas.microsoft.com/office/drawing/2014/main" id="{BBBF28CA-CC1C-5471-96FC-4A7A784961D1}"/>
              </a:ext>
            </a:extLst>
          </p:cNvPr>
          <p:cNvSpPr txBox="1">
            <a:spLocks noChangeArrowheads="1"/>
          </p:cNvSpPr>
          <p:nvPr/>
        </p:nvSpPr>
        <p:spPr bwMode="auto">
          <a:xfrm>
            <a:off x="1571625" y="2681288"/>
            <a:ext cx="67151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lnSpc>
                <a:spcPct val="150000"/>
              </a:lnSpc>
            </a:pPr>
            <a:r>
              <a:rPr lang="pt-BR" altLang="pt-BR" sz="1600" b="1">
                <a:solidFill>
                  <a:srgbClr val="000000"/>
                </a:solidFill>
              </a:rPr>
              <a:t>Projeto de Investimento Convencional:</a:t>
            </a:r>
            <a:r>
              <a:rPr lang="pt-BR" altLang="pt-BR" sz="1600">
                <a:solidFill>
                  <a:srgbClr val="000000"/>
                </a:solidFill>
              </a:rPr>
              <a:t>  Aquele projeto que apresenta apenas uma variação de sinal no Fluxo de Caixa, portanto, apenas uma TIR positiva.</a:t>
            </a:r>
          </a:p>
        </p:txBody>
      </p:sp>
      <p:sp>
        <p:nvSpPr>
          <p:cNvPr id="17412" name="CaixaDeTexto 10">
            <a:extLst>
              <a:ext uri="{FF2B5EF4-FFF2-40B4-BE49-F238E27FC236}">
                <a16:creationId xmlns:a16="http://schemas.microsoft.com/office/drawing/2014/main" id="{F008B235-D1B1-1030-4F0C-27A77723DF6A}"/>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17413" name="CaixaDeTexto 12">
            <a:extLst>
              <a:ext uri="{FF2B5EF4-FFF2-40B4-BE49-F238E27FC236}">
                <a16:creationId xmlns:a16="http://schemas.microsoft.com/office/drawing/2014/main" id="{002B0F4F-992F-99C9-B4CC-DD4CFF4373C0}"/>
              </a:ext>
            </a:extLst>
          </p:cNvPr>
          <p:cNvSpPr txBox="1">
            <a:spLocks noChangeArrowheads="1"/>
          </p:cNvSpPr>
          <p:nvPr/>
        </p:nvSpPr>
        <p:spPr bwMode="auto">
          <a:xfrm>
            <a:off x="1571625" y="2130425"/>
            <a:ext cx="64563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2.2 Situações do Método da taxa interna de retorno (</a:t>
            </a:r>
            <a:r>
              <a:rPr lang="pt-BR" altLang="pt-BR" b="1" i="1">
                <a:solidFill>
                  <a:srgbClr val="2C5DAA"/>
                </a:solidFill>
              </a:rPr>
              <a:t>TIR</a:t>
            </a:r>
            <a:r>
              <a:rPr lang="pt-BR" altLang="pt-BR" b="1">
                <a:solidFill>
                  <a:srgbClr val="2C5DAA"/>
                </a:solidFill>
              </a:rPr>
              <a:t>):</a:t>
            </a:r>
          </a:p>
        </p:txBody>
      </p:sp>
      <p:sp>
        <p:nvSpPr>
          <p:cNvPr id="3079" name="Espaço Reservado para Número de Slide 7">
            <a:extLst>
              <a:ext uri="{FF2B5EF4-FFF2-40B4-BE49-F238E27FC236}">
                <a16:creationId xmlns:a16="http://schemas.microsoft.com/office/drawing/2014/main" id="{DC4C1BCC-CE50-F4AE-0C7C-B9D0BD40101A}"/>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638CCEE7-BB6E-456A-91A6-F7B080C80CA4}" type="slidenum">
              <a:rPr lang="pt-BR" altLang="pt-BR">
                <a:solidFill>
                  <a:srgbClr val="2C5DAA"/>
                </a:solidFill>
                <a:latin typeface="Calibri" panose="020F0502020204030204" pitchFamily="34" charset="0"/>
              </a:rPr>
              <a:pPr eaLnBrk="1" hangingPunct="1"/>
              <a:t>7</a:t>
            </a:fld>
            <a:endParaRPr lang="pt-BR" altLang="pt-BR">
              <a:solidFill>
                <a:srgbClr val="2C5DAA"/>
              </a:solidFill>
              <a:latin typeface="Calibri" panose="020F0502020204030204" pitchFamily="34" charset="0"/>
            </a:endParaRPr>
          </a:p>
        </p:txBody>
      </p:sp>
      <p:sp>
        <p:nvSpPr>
          <p:cNvPr id="17415" name="CaixaDeTexto 6">
            <a:extLst>
              <a:ext uri="{FF2B5EF4-FFF2-40B4-BE49-F238E27FC236}">
                <a16:creationId xmlns:a16="http://schemas.microsoft.com/office/drawing/2014/main" id="{7C12892A-726F-3E00-C522-1EC8A5C98BA2}"/>
              </a:ext>
            </a:extLst>
          </p:cNvPr>
          <p:cNvSpPr txBox="1">
            <a:spLocks noChangeArrowheads="1"/>
          </p:cNvSpPr>
          <p:nvPr/>
        </p:nvSpPr>
        <p:spPr bwMode="auto">
          <a:xfrm>
            <a:off x="1500188" y="3857625"/>
            <a:ext cx="6715125"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lnSpc>
                <a:spcPct val="150000"/>
              </a:lnSpc>
            </a:pPr>
            <a:r>
              <a:rPr lang="pt-BR" altLang="pt-BR" sz="1600" b="1">
                <a:solidFill>
                  <a:srgbClr val="000000"/>
                </a:solidFill>
              </a:rPr>
              <a:t>Projeto de Investimento Não-convencional:</a:t>
            </a:r>
            <a:r>
              <a:rPr lang="pt-BR" altLang="pt-BR" sz="1600">
                <a:solidFill>
                  <a:srgbClr val="000000"/>
                </a:solidFill>
              </a:rPr>
              <a:t> Aquele projeto que apresenta mais de uma variação de sinal no seu Fluxo de Caixa. Neste caso pode existir mais de uma raiz positiva e nenhuma adequada para determinar a viabilidade econômica do projeto.  </a:t>
            </a:r>
          </a:p>
        </p:txBody>
      </p:sp>
      <p:sp>
        <p:nvSpPr>
          <p:cNvPr id="17416" name="CaixaDeTexto 10">
            <a:extLst>
              <a:ext uri="{FF2B5EF4-FFF2-40B4-BE49-F238E27FC236}">
                <a16:creationId xmlns:a16="http://schemas.microsoft.com/office/drawing/2014/main" id="{53592CAE-CEAE-8816-FEFE-275595D2058F}"/>
              </a:ext>
            </a:extLst>
          </p:cNvPr>
          <p:cNvSpPr txBox="1">
            <a:spLocks noChangeArrowheads="1"/>
          </p:cNvSpPr>
          <p:nvPr/>
        </p:nvSpPr>
        <p:spPr bwMode="auto">
          <a:xfrm>
            <a:off x="4538663" y="142875"/>
            <a:ext cx="44624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Capítulo 2</a:t>
            </a:r>
            <a:r>
              <a:rPr lang="pt-BR" altLang="pt-BR">
                <a:solidFill>
                  <a:srgbClr val="F2F2F2"/>
                </a:solidFill>
              </a:rPr>
              <a:t> | Métodos e critérios de decisão na análise de investimentos de capital</a:t>
            </a:r>
          </a:p>
          <a:p>
            <a:pPr eaLnBrk="1" hangingPunct="1"/>
            <a:endParaRPr lang="pt-BR" altLang="pt-BR">
              <a:solidFill>
                <a:srgbClr val="F12130"/>
              </a:solidFill>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8434" name="CaixaDeTexto 3">
            <a:extLst>
              <a:ext uri="{FF2B5EF4-FFF2-40B4-BE49-F238E27FC236}">
                <a16:creationId xmlns:a16="http://schemas.microsoft.com/office/drawing/2014/main" id="{37515890-184F-988B-B8C1-E60EBA04DBEA}"/>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18435" name="CaixaDeTexto 10">
            <a:extLst>
              <a:ext uri="{FF2B5EF4-FFF2-40B4-BE49-F238E27FC236}">
                <a16:creationId xmlns:a16="http://schemas.microsoft.com/office/drawing/2014/main" id="{BBA0751B-1430-685D-B26C-05D7B02CB361}"/>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18436" name="CaixaDeTexto 12">
            <a:extLst>
              <a:ext uri="{FF2B5EF4-FFF2-40B4-BE49-F238E27FC236}">
                <a16:creationId xmlns:a16="http://schemas.microsoft.com/office/drawing/2014/main" id="{E3F4A77A-E98F-E16F-4409-A50E51DAA4E4}"/>
              </a:ext>
            </a:extLst>
          </p:cNvPr>
          <p:cNvSpPr txBox="1">
            <a:spLocks noChangeArrowheads="1"/>
          </p:cNvSpPr>
          <p:nvPr/>
        </p:nvSpPr>
        <p:spPr bwMode="auto">
          <a:xfrm>
            <a:off x="1571625" y="2130425"/>
            <a:ext cx="5441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2.2 Exemplo de Projeto Não-convencional (</a:t>
            </a:r>
            <a:r>
              <a:rPr lang="pt-BR" altLang="pt-BR" b="1" i="1">
                <a:solidFill>
                  <a:srgbClr val="2C5DAA"/>
                </a:solidFill>
              </a:rPr>
              <a:t>TIR</a:t>
            </a:r>
            <a:r>
              <a:rPr lang="pt-BR" altLang="pt-BR" b="1">
                <a:solidFill>
                  <a:srgbClr val="2C5DAA"/>
                </a:solidFill>
              </a:rPr>
              <a:t>):</a:t>
            </a:r>
          </a:p>
        </p:txBody>
      </p:sp>
      <p:sp>
        <p:nvSpPr>
          <p:cNvPr id="3079" name="Espaço Reservado para Número de Slide 7">
            <a:extLst>
              <a:ext uri="{FF2B5EF4-FFF2-40B4-BE49-F238E27FC236}">
                <a16:creationId xmlns:a16="http://schemas.microsoft.com/office/drawing/2014/main" id="{F4002316-4ADA-65FB-822D-6C47C788ECCE}"/>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18C0783C-3F99-4829-8D25-A1FDB2154881}" type="slidenum">
              <a:rPr lang="pt-BR" altLang="pt-BR">
                <a:solidFill>
                  <a:srgbClr val="2C5DAA"/>
                </a:solidFill>
                <a:latin typeface="Calibri" panose="020F0502020204030204" pitchFamily="34" charset="0"/>
              </a:rPr>
              <a:pPr eaLnBrk="1" hangingPunct="1"/>
              <a:t>8</a:t>
            </a:fld>
            <a:endParaRPr lang="pt-BR" altLang="pt-BR">
              <a:solidFill>
                <a:srgbClr val="2C5DAA"/>
              </a:solidFill>
              <a:latin typeface="Calibri" panose="020F0502020204030204" pitchFamily="34" charset="0"/>
            </a:endParaRPr>
          </a:p>
        </p:txBody>
      </p:sp>
      <p:sp>
        <p:nvSpPr>
          <p:cNvPr id="18438" name="CaixaDeTexto 6">
            <a:extLst>
              <a:ext uri="{FF2B5EF4-FFF2-40B4-BE49-F238E27FC236}">
                <a16:creationId xmlns:a16="http://schemas.microsoft.com/office/drawing/2014/main" id="{CB60B382-5B30-2236-025F-0A2339B46414}"/>
              </a:ext>
            </a:extLst>
          </p:cNvPr>
          <p:cNvSpPr txBox="1">
            <a:spLocks noChangeArrowheads="1"/>
          </p:cNvSpPr>
          <p:nvPr/>
        </p:nvSpPr>
        <p:spPr bwMode="auto">
          <a:xfrm>
            <a:off x="1500188" y="4714875"/>
            <a:ext cx="67151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lnSpc>
                <a:spcPct val="150000"/>
              </a:lnSpc>
            </a:pPr>
            <a:r>
              <a:rPr lang="pt-BR" altLang="pt-BR" sz="1200" b="1">
                <a:solidFill>
                  <a:srgbClr val="000000"/>
                </a:solidFill>
              </a:rPr>
              <a:t>Projeto de Investimento Não-convencional:</a:t>
            </a:r>
            <a:r>
              <a:rPr lang="pt-BR" altLang="pt-BR" sz="1200">
                <a:solidFill>
                  <a:srgbClr val="000000"/>
                </a:solidFill>
              </a:rPr>
              <a:t> O projeto acima contém duas taxas internas de retorno. A raiz 1 onde </a:t>
            </a:r>
            <a:r>
              <a:rPr lang="pt-BR" altLang="pt-BR" sz="1200" i="1">
                <a:solidFill>
                  <a:srgbClr val="000000"/>
                </a:solidFill>
              </a:rPr>
              <a:t>TIR</a:t>
            </a:r>
            <a:r>
              <a:rPr lang="pt-BR" altLang="pt-BR" sz="700" i="1">
                <a:solidFill>
                  <a:srgbClr val="000000"/>
                </a:solidFill>
              </a:rPr>
              <a:t>1</a:t>
            </a:r>
            <a:r>
              <a:rPr lang="pt-BR" altLang="pt-BR" sz="1200">
                <a:solidFill>
                  <a:srgbClr val="000000"/>
                </a:solidFill>
              </a:rPr>
              <a:t> = 7,55% e a raiz 2 para </a:t>
            </a:r>
            <a:r>
              <a:rPr lang="pt-BR" altLang="pt-BR" sz="1200" i="1">
                <a:solidFill>
                  <a:srgbClr val="000000"/>
                </a:solidFill>
              </a:rPr>
              <a:t>TIR</a:t>
            </a:r>
            <a:r>
              <a:rPr lang="pt-BR" altLang="pt-BR" sz="700" i="1">
                <a:solidFill>
                  <a:srgbClr val="000000"/>
                </a:solidFill>
              </a:rPr>
              <a:t>2</a:t>
            </a:r>
            <a:r>
              <a:rPr lang="pt-BR" altLang="pt-BR" sz="1200">
                <a:solidFill>
                  <a:srgbClr val="000000"/>
                </a:solidFill>
              </a:rPr>
              <a:t> = 48,18%. Para i = 6% &lt; 7,55% &lt; 48,18% o projeto deveria ser viável, porém não o é.  Neste caso o  </a:t>
            </a:r>
            <a:r>
              <a:rPr lang="pt-BR" altLang="pt-BR" sz="1200" i="1">
                <a:solidFill>
                  <a:srgbClr val="000000"/>
                </a:solidFill>
              </a:rPr>
              <a:t>VPL (6%) = -14,54. A</a:t>
            </a:r>
            <a:r>
              <a:rPr lang="pt-BR" altLang="pt-BR" sz="1200">
                <a:solidFill>
                  <a:srgbClr val="000000"/>
                </a:solidFill>
              </a:rPr>
              <a:t>penas se </a:t>
            </a:r>
            <a:r>
              <a:rPr lang="pt-BR" altLang="pt-BR" sz="1200" i="1">
                <a:solidFill>
                  <a:srgbClr val="000000"/>
                </a:solidFill>
              </a:rPr>
              <a:t>i</a:t>
            </a:r>
            <a:r>
              <a:rPr lang="pt-BR" altLang="pt-BR" sz="1200">
                <a:solidFill>
                  <a:srgbClr val="000000"/>
                </a:solidFill>
              </a:rPr>
              <a:t> estiver entre 7,55% e 48,18% o projeto será viável. </a:t>
            </a:r>
            <a:endParaRPr lang="pt-BR" altLang="pt-BR" sz="1200" i="1">
              <a:solidFill>
                <a:srgbClr val="000000"/>
              </a:solidFill>
            </a:endParaRPr>
          </a:p>
        </p:txBody>
      </p:sp>
      <p:sp>
        <p:nvSpPr>
          <p:cNvPr id="18439" name="CaixaDeTexto 10">
            <a:extLst>
              <a:ext uri="{FF2B5EF4-FFF2-40B4-BE49-F238E27FC236}">
                <a16:creationId xmlns:a16="http://schemas.microsoft.com/office/drawing/2014/main" id="{BFAFAF5B-6FC6-06E5-C1B7-146AC4783912}"/>
              </a:ext>
            </a:extLst>
          </p:cNvPr>
          <p:cNvSpPr txBox="1">
            <a:spLocks noChangeArrowheads="1"/>
          </p:cNvSpPr>
          <p:nvPr/>
        </p:nvSpPr>
        <p:spPr bwMode="auto">
          <a:xfrm>
            <a:off x="4538663" y="142875"/>
            <a:ext cx="44624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Capítulo 2</a:t>
            </a:r>
            <a:r>
              <a:rPr lang="pt-BR" altLang="pt-BR">
                <a:solidFill>
                  <a:srgbClr val="F2F2F2"/>
                </a:solidFill>
              </a:rPr>
              <a:t> | Métodos e critérios de decisão na análise de investimentos de capital</a:t>
            </a:r>
          </a:p>
          <a:p>
            <a:pPr eaLnBrk="1" hangingPunct="1"/>
            <a:endParaRPr lang="pt-BR" altLang="pt-BR">
              <a:solidFill>
                <a:srgbClr val="F12130"/>
              </a:solidFill>
            </a:endParaRPr>
          </a:p>
        </p:txBody>
      </p:sp>
      <p:graphicFrame>
        <p:nvGraphicFramePr>
          <p:cNvPr id="9" name="Tabela 8">
            <a:extLst>
              <a:ext uri="{FF2B5EF4-FFF2-40B4-BE49-F238E27FC236}">
                <a16:creationId xmlns:a16="http://schemas.microsoft.com/office/drawing/2014/main" id="{CFCB107B-0A75-FA00-AE78-ABA1A678CDD5}"/>
              </a:ext>
            </a:extLst>
          </p:cNvPr>
          <p:cNvGraphicFramePr>
            <a:graphicFrameLocks noGrp="1"/>
          </p:cNvGraphicFramePr>
          <p:nvPr/>
        </p:nvGraphicFramePr>
        <p:xfrm>
          <a:off x="2428875" y="2571750"/>
          <a:ext cx="2524126" cy="2143127"/>
        </p:xfrm>
        <a:graphic>
          <a:graphicData uri="http://schemas.openxmlformats.org/drawingml/2006/table">
            <a:tbl>
              <a:tblPr firstRow="1" bandRow="1">
                <a:tableStyleId>{5C22544A-7EE6-4342-B048-85BDC9FD1C3A}</a:tableStyleId>
              </a:tblPr>
              <a:tblGrid>
                <a:gridCol w="1262063">
                  <a:extLst>
                    <a:ext uri="{9D8B030D-6E8A-4147-A177-3AD203B41FA5}">
                      <a16:colId xmlns:a16="http://schemas.microsoft.com/office/drawing/2014/main" val="20000"/>
                    </a:ext>
                  </a:extLst>
                </a:gridCol>
                <a:gridCol w="1262063">
                  <a:extLst>
                    <a:ext uri="{9D8B030D-6E8A-4147-A177-3AD203B41FA5}">
                      <a16:colId xmlns:a16="http://schemas.microsoft.com/office/drawing/2014/main" val="20001"/>
                    </a:ext>
                  </a:extLst>
                </a:gridCol>
              </a:tblGrid>
              <a:tr h="306161">
                <a:tc>
                  <a:txBody>
                    <a:bodyPr/>
                    <a:lstStyle/>
                    <a:p>
                      <a:r>
                        <a:rPr lang="pt-BR" sz="1400" dirty="0"/>
                        <a:t>t</a:t>
                      </a:r>
                    </a:p>
                  </a:txBody>
                  <a:tcPr marL="91441" marR="91441"/>
                </a:tc>
                <a:tc>
                  <a:txBody>
                    <a:bodyPr/>
                    <a:lstStyle/>
                    <a:p>
                      <a:r>
                        <a:rPr lang="pt-BR" sz="1400" dirty="0"/>
                        <a:t>Valor  </a:t>
                      </a:r>
                      <a:r>
                        <a:rPr lang="pt-BR" sz="1400" dirty="0" err="1"/>
                        <a:t>FCt</a:t>
                      </a:r>
                      <a:endParaRPr lang="pt-BR" sz="1400" dirty="0"/>
                    </a:p>
                  </a:txBody>
                  <a:tcPr marL="91441" marR="91441"/>
                </a:tc>
                <a:extLst>
                  <a:ext uri="{0D108BD9-81ED-4DB2-BD59-A6C34878D82A}">
                    <a16:rowId xmlns:a16="http://schemas.microsoft.com/office/drawing/2014/main" val="10000"/>
                  </a:ext>
                </a:extLst>
              </a:tr>
              <a:tr h="306161">
                <a:tc>
                  <a:txBody>
                    <a:bodyPr/>
                    <a:lstStyle/>
                    <a:p>
                      <a:r>
                        <a:rPr lang="pt-BR" sz="1200" dirty="0"/>
                        <a:t>0</a:t>
                      </a:r>
                    </a:p>
                  </a:txBody>
                  <a:tcPr marL="91441" marR="91441"/>
                </a:tc>
                <a:tc>
                  <a:txBody>
                    <a:bodyPr/>
                    <a:lstStyle/>
                    <a:p>
                      <a:pPr>
                        <a:buFontTx/>
                        <a:buNone/>
                      </a:pPr>
                      <a:r>
                        <a:rPr lang="pt-BR" sz="1200" dirty="0"/>
                        <a:t> - 350</a:t>
                      </a:r>
                    </a:p>
                  </a:txBody>
                  <a:tcPr marL="91441" marR="91441"/>
                </a:tc>
                <a:extLst>
                  <a:ext uri="{0D108BD9-81ED-4DB2-BD59-A6C34878D82A}">
                    <a16:rowId xmlns:a16="http://schemas.microsoft.com/office/drawing/2014/main" val="10001"/>
                  </a:ext>
                </a:extLst>
              </a:tr>
              <a:tr h="306161">
                <a:tc>
                  <a:txBody>
                    <a:bodyPr/>
                    <a:lstStyle/>
                    <a:p>
                      <a:r>
                        <a:rPr lang="pt-BR" sz="1200" dirty="0"/>
                        <a:t>1</a:t>
                      </a:r>
                    </a:p>
                  </a:txBody>
                  <a:tcPr marL="91441" marR="91441"/>
                </a:tc>
                <a:tc>
                  <a:txBody>
                    <a:bodyPr/>
                    <a:lstStyle/>
                    <a:p>
                      <a:r>
                        <a:rPr lang="pt-BR" sz="1200" dirty="0"/>
                        <a:t>    100</a:t>
                      </a:r>
                    </a:p>
                  </a:txBody>
                  <a:tcPr marL="91441" marR="91441"/>
                </a:tc>
                <a:extLst>
                  <a:ext uri="{0D108BD9-81ED-4DB2-BD59-A6C34878D82A}">
                    <a16:rowId xmlns:a16="http://schemas.microsoft.com/office/drawing/2014/main" val="10002"/>
                  </a:ext>
                </a:extLst>
              </a:tr>
              <a:tr h="306161">
                <a:tc>
                  <a:txBody>
                    <a:bodyPr/>
                    <a:lstStyle/>
                    <a:p>
                      <a:r>
                        <a:rPr lang="pt-BR" sz="1200" dirty="0"/>
                        <a:t>2</a:t>
                      </a:r>
                    </a:p>
                  </a:txBody>
                  <a:tcPr marL="91441" marR="91441"/>
                </a:tc>
                <a:tc>
                  <a:txBody>
                    <a:bodyPr/>
                    <a:lstStyle/>
                    <a:p>
                      <a:r>
                        <a:rPr lang="pt-BR" sz="1200" dirty="0"/>
                        <a:t>    500</a:t>
                      </a:r>
                    </a:p>
                  </a:txBody>
                  <a:tcPr marL="91441" marR="91441"/>
                </a:tc>
                <a:extLst>
                  <a:ext uri="{0D108BD9-81ED-4DB2-BD59-A6C34878D82A}">
                    <a16:rowId xmlns:a16="http://schemas.microsoft.com/office/drawing/2014/main" val="10003"/>
                  </a:ext>
                </a:extLst>
              </a:tr>
              <a:tr h="306161">
                <a:tc>
                  <a:txBody>
                    <a:bodyPr/>
                    <a:lstStyle/>
                    <a:p>
                      <a:r>
                        <a:rPr lang="pt-BR" sz="1200" dirty="0"/>
                        <a:t>3</a:t>
                      </a:r>
                    </a:p>
                  </a:txBody>
                  <a:tcPr marL="91441" marR="91441"/>
                </a:tc>
                <a:tc>
                  <a:txBody>
                    <a:bodyPr/>
                    <a:lstStyle/>
                    <a:p>
                      <a:r>
                        <a:rPr lang="pt-BR" sz="1200" dirty="0"/>
                        <a:t>    600</a:t>
                      </a:r>
                    </a:p>
                  </a:txBody>
                  <a:tcPr marL="91441" marR="91441"/>
                </a:tc>
                <a:extLst>
                  <a:ext uri="{0D108BD9-81ED-4DB2-BD59-A6C34878D82A}">
                    <a16:rowId xmlns:a16="http://schemas.microsoft.com/office/drawing/2014/main" val="10004"/>
                  </a:ext>
                </a:extLst>
              </a:tr>
              <a:tr h="306161">
                <a:tc>
                  <a:txBody>
                    <a:bodyPr/>
                    <a:lstStyle/>
                    <a:p>
                      <a:r>
                        <a:rPr lang="pt-BR" sz="1200" dirty="0"/>
                        <a:t>4</a:t>
                      </a:r>
                    </a:p>
                  </a:txBody>
                  <a:tcPr marL="91441" marR="91441"/>
                </a:tc>
                <a:tc>
                  <a:txBody>
                    <a:bodyPr/>
                    <a:lstStyle/>
                    <a:p>
                      <a:r>
                        <a:rPr lang="pt-BR" sz="1200" dirty="0"/>
                        <a:t>      50</a:t>
                      </a:r>
                    </a:p>
                  </a:txBody>
                  <a:tcPr marL="91441" marR="91441"/>
                </a:tc>
                <a:extLst>
                  <a:ext uri="{0D108BD9-81ED-4DB2-BD59-A6C34878D82A}">
                    <a16:rowId xmlns:a16="http://schemas.microsoft.com/office/drawing/2014/main" val="10005"/>
                  </a:ext>
                </a:extLst>
              </a:tr>
              <a:tr h="306161">
                <a:tc>
                  <a:txBody>
                    <a:bodyPr/>
                    <a:lstStyle/>
                    <a:p>
                      <a:r>
                        <a:rPr lang="pt-BR" sz="1200" dirty="0"/>
                        <a:t>5</a:t>
                      </a:r>
                    </a:p>
                  </a:txBody>
                  <a:tcPr marL="91441" marR="91441"/>
                </a:tc>
                <a:tc>
                  <a:txBody>
                    <a:bodyPr/>
                    <a:lstStyle/>
                    <a:p>
                      <a:r>
                        <a:rPr lang="pt-BR" sz="1200" dirty="0"/>
                        <a:t>- 1.000</a:t>
                      </a:r>
                    </a:p>
                  </a:txBody>
                  <a:tcPr marL="91441" marR="91441"/>
                </a:tc>
                <a:extLst>
                  <a:ext uri="{0D108BD9-81ED-4DB2-BD59-A6C34878D82A}">
                    <a16:rowId xmlns:a16="http://schemas.microsoft.com/office/drawing/2014/main" val="10006"/>
                  </a:ext>
                </a:extLst>
              </a:tr>
            </a:tbl>
          </a:graphicData>
        </a:graphic>
      </p:graphicFrame>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9458" name="CaixaDeTexto 3">
            <a:extLst>
              <a:ext uri="{FF2B5EF4-FFF2-40B4-BE49-F238E27FC236}">
                <a16:creationId xmlns:a16="http://schemas.microsoft.com/office/drawing/2014/main" id="{613E1B39-FCCF-97C7-BE66-436E7269D026}"/>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19459" name="CaixaDeTexto 6">
            <a:extLst>
              <a:ext uri="{FF2B5EF4-FFF2-40B4-BE49-F238E27FC236}">
                <a16:creationId xmlns:a16="http://schemas.microsoft.com/office/drawing/2014/main" id="{525A28BB-2630-C4AC-44D2-F128F9FE89DE}"/>
              </a:ext>
            </a:extLst>
          </p:cNvPr>
          <p:cNvSpPr txBox="1">
            <a:spLocks noChangeArrowheads="1"/>
          </p:cNvSpPr>
          <p:nvPr/>
        </p:nvSpPr>
        <p:spPr bwMode="auto">
          <a:xfrm>
            <a:off x="1571625" y="2681288"/>
            <a:ext cx="6715125" cy="115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t>Se I representa o investimento inicial, FCt o fluxo de caixa no período t e K o custo do capital, o método do payback descontado consiste, basicamente, em determinar o valor de T na seguinte equação:</a:t>
            </a:r>
          </a:p>
        </p:txBody>
      </p:sp>
      <p:sp>
        <p:nvSpPr>
          <p:cNvPr id="19460" name="CaixaDeTexto 10">
            <a:extLst>
              <a:ext uri="{FF2B5EF4-FFF2-40B4-BE49-F238E27FC236}">
                <a16:creationId xmlns:a16="http://schemas.microsoft.com/office/drawing/2014/main" id="{0D508863-CFA3-85C3-4D61-F63024059B5E}"/>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19461" name="CaixaDeTexto 12">
            <a:extLst>
              <a:ext uri="{FF2B5EF4-FFF2-40B4-BE49-F238E27FC236}">
                <a16:creationId xmlns:a16="http://schemas.microsoft.com/office/drawing/2014/main" id="{57542020-D2D0-12F9-FE99-8DD727BFB4AD}"/>
              </a:ext>
            </a:extLst>
          </p:cNvPr>
          <p:cNvSpPr txBox="1">
            <a:spLocks noChangeArrowheads="1"/>
          </p:cNvSpPr>
          <p:nvPr/>
        </p:nvSpPr>
        <p:spPr bwMode="auto">
          <a:xfrm>
            <a:off x="1571625" y="2130425"/>
            <a:ext cx="4686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2.3 Método do </a:t>
            </a:r>
            <a:r>
              <a:rPr lang="pt-BR" altLang="pt-BR" b="1" i="1">
                <a:solidFill>
                  <a:srgbClr val="2C5DAA"/>
                </a:solidFill>
              </a:rPr>
              <a:t>payback</a:t>
            </a:r>
            <a:r>
              <a:rPr lang="pt-BR" altLang="pt-BR" b="1">
                <a:solidFill>
                  <a:srgbClr val="2C5DAA"/>
                </a:solidFill>
              </a:rPr>
              <a:t> descontado (</a:t>
            </a:r>
            <a:r>
              <a:rPr lang="pt-BR" altLang="pt-BR" b="1" i="1">
                <a:solidFill>
                  <a:srgbClr val="2C5DAA"/>
                </a:solidFill>
              </a:rPr>
              <a:t>PB</a:t>
            </a:r>
            <a:r>
              <a:rPr lang="pt-BR" altLang="pt-BR" b="1">
                <a:solidFill>
                  <a:srgbClr val="2C5DAA"/>
                </a:solidFill>
              </a:rPr>
              <a:t>) </a:t>
            </a:r>
          </a:p>
        </p:txBody>
      </p:sp>
      <p:sp>
        <p:nvSpPr>
          <p:cNvPr id="3079" name="Espaço Reservado para Número de Slide 7">
            <a:extLst>
              <a:ext uri="{FF2B5EF4-FFF2-40B4-BE49-F238E27FC236}">
                <a16:creationId xmlns:a16="http://schemas.microsoft.com/office/drawing/2014/main" id="{0AAA3220-4916-17E4-21D0-27E3379DFCE7}"/>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CF0AB6C1-98DB-40DB-AC2C-92CB625F658B}" type="slidenum">
              <a:rPr lang="pt-BR" altLang="pt-BR">
                <a:solidFill>
                  <a:srgbClr val="2C5DAA"/>
                </a:solidFill>
                <a:latin typeface="Calibri" panose="020F0502020204030204" pitchFamily="34" charset="0"/>
              </a:rPr>
              <a:pPr eaLnBrk="1" hangingPunct="1"/>
              <a:t>9</a:t>
            </a:fld>
            <a:endParaRPr lang="pt-BR" altLang="pt-BR">
              <a:solidFill>
                <a:srgbClr val="2C5DAA"/>
              </a:solidFill>
              <a:latin typeface="Calibri" panose="020F0502020204030204" pitchFamily="34" charset="0"/>
            </a:endParaRPr>
          </a:p>
        </p:txBody>
      </p:sp>
      <p:sp>
        <p:nvSpPr>
          <p:cNvPr id="19463" name="CaixaDeTexto 6">
            <a:extLst>
              <a:ext uri="{FF2B5EF4-FFF2-40B4-BE49-F238E27FC236}">
                <a16:creationId xmlns:a16="http://schemas.microsoft.com/office/drawing/2014/main" id="{B6F4717A-48BA-1018-FB4B-B76E07BCA829}"/>
              </a:ext>
            </a:extLst>
          </p:cNvPr>
          <p:cNvSpPr txBox="1">
            <a:spLocks noChangeArrowheads="1"/>
          </p:cNvSpPr>
          <p:nvPr/>
        </p:nvSpPr>
        <p:spPr bwMode="auto">
          <a:xfrm>
            <a:off x="1500188" y="5072063"/>
            <a:ext cx="6715125"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t>Esse indicador é utilizado em conjunto com outros métodos, como o </a:t>
            </a:r>
            <a:r>
              <a:rPr lang="pt-BR" altLang="pt-BR" sz="1600" i="1"/>
              <a:t>VPL</a:t>
            </a:r>
            <a:r>
              <a:rPr lang="pt-BR" altLang="pt-BR" sz="1600"/>
              <a:t> ou a </a:t>
            </a:r>
            <a:r>
              <a:rPr lang="pt-BR" altLang="pt-BR" sz="1600" i="1"/>
              <a:t>TIR</a:t>
            </a:r>
            <a:r>
              <a:rPr lang="pt-BR" altLang="pt-BR" sz="1600"/>
              <a:t>.</a:t>
            </a:r>
          </a:p>
        </p:txBody>
      </p:sp>
      <p:pic>
        <p:nvPicPr>
          <p:cNvPr id="13" name="Picture 2">
            <a:extLst>
              <a:ext uri="{FF2B5EF4-FFF2-40B4-BE49-F238E27FC236}">
                <a16:creationId xmlns:a16="http://schemas.microsoft.com/office/drawing/2014/main" id="{C8D38806-C13A-50A0-7A3C-FEE588B67733}"/>
              </a:ext>
            </a:extLst>
          </p:cNvPr>
          <p:cNvPicPr>
            <a:picLocks noChangeAspect="1" noChangeArrowheads="1"/>
          </p:cNvPicPr>
          <p:nvPr/>
        </p:nvPicPr>
        <p:blipFill>
          <a:blip r:embed="rId4"/>
          <a:srcRect l="45357" t="43126" r="31100" b="39147"/>
          <a:stretch>
            <a:fillRect/>
          </a:stretch>
        </p:blipFill>
        <p:spPr bwMode="auto">
          <a:xfrm>
            <a:off x="3714750" y="4117975"/>
            <a:ext cx="1500188" cy="706438"/>
          </a:xfrm>
          <a:prstGeom prst="rect">
            <a:avLst/>
          </a:prstGeom>
          <a:ln>
            <a:noFill/>
          </a:ln>
          <a:effectLst>
            <a:outerShdw blurRad="292100" dist="139700" dir="2700000" algn="tl" rotWithShape="0">
              <a:srgbClr val="333333">
                <a:alpha val="65000"/>
              </a:srgbClr>
            </a:outerShdw>
          </a:effectLst>
        </p:spPr>
      </p:pic>
      <p:sp>
        <p:nvSpPr>
          <p:cNvPr id="11" name="CaixaDeTexto 10">
            <a:extLst>
              <a:ext uri="{FF2B5EF4-FFF2-40B4-BE49-F238E27FC236}">
                <a16:creationId xmlns:a16="http://schemas.microsoft.com/office/drawing/2014/main" id="{D9E18360-EA27-F3BE-6DD7-623C451D9D16}"/>
              </a:ext>
            </a:extLst>
          </p:cNvPr>
          <p:cNvSpPr txBox="1"/>
          <p:nvPr/>
        </p:nvSpPr>
        <p:spPr>
          <a:xfrm>
            <a:off x="4538663" y="142875"/>
            <a:ext cx="4462462" cy="1200150"/>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de decisão na análise de investimentos de capital</a:t>
            </a:r>
          </a:p>
          <a:p>
            <a:pPr fontAlgn="auto">
              <a:spcBef>
                <a:spcPts val="0"/>
              </a:spcBef>
              <a:spcAft>
                <a:spcPts val="0"/>
              </a:spcAft>
              <a:defRPr/>
            </a:pPr>
            <a:endParaRPr lang="pt-BR" dirty="0">
              <a:solidFill>
                <a:srgbClr val="F12130"/>
              </a:solidFil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077" name="CaixaDeTexto 3">
            <a:extLst>
              <a:ext uri="{FF2B5EF4-FFF2-40B4-BE49-F238E27FC236}">
                <a16:creationId xmlns:a16="http://schemas.microsoft.com/office/drawing/2014/main" id="{9E26E0D2-06C1-0BD6-7E8D-DA4E7AF69591}"/>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3078" name="CaixaDeTexto 6">
            <a:extLst>
              <a:ext uri="{FF2B5EF4-FFF2-40B4-BE49-F238E27FC236}">
                <a16:creationId xmlns:a16="http://schemas.microsoft.com/office/drawing/2014/main" id="{E50BE038-ED35-1E75-F7C9-CC7B278D1ACF}"/>
              </a:ext>
            </a:extLst>
          </p:cNvPr>
          <p:cNvSpPr txBox="1">
            <a:spLocks noChangeArrowheads="1"/>
          </p:cNvSpPr>
          <p:nvPr/>
        </p:nvSpPr>
        <p:spPr bwMode="auto">
          <a:xfrm>
            <a:off x="1571625" y="2681288"/>
            <a:ext cx="67151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solidFill>
                  <a:srgbClr val="000000"/>
                </a:solidFill>
              </a:rPr>
              <a:t>No exemplo anterior, podemos encontrar o </a:t>
            </a:r>
            <a:r>
              <a:rPr lang="pt-BR" altLang="pt-BR" sz="1600" i="1">
                <a:solidFill>
                  <a:srgbClr val="000000"/>
                </a:solidFill>
              </a:rPr>
              <a:t>payback </a:t>
            </a:r>
            <a:r>
              <a:rPr lang="pt-BR" altLang="pt-BR" sz="1600">
                <a:solidFill>
                  <a:srgbClr val="000000"/>
                </a:solidFill>
              </a:rPr>
              <a:t>descontado resolvendo a seguinte igualdade para T:</a:t>
            </a:r>
          </a:p>
        </p:txBody>
      </p:sp>
      <p:sp>
        <p:nvSpPr>
          <p:cNvPr id="3079" name="CaixaDeTexto 10">
            <a:extLst>
              <a:ext uri="{FF2B5EF4-FFF2-40B4-BE49-F238E27FC236}">
                <a16:creationId xmlns:a16="http://schemas.microsoft.com/office/drawing/2014/main" id="{81FCA330-0839-8048-3E7C-57C765EF366E}"/>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3080" name="CaixaDeTexto 12">
            <a:extLst>
              <a:ext uri="{FF2B5EF4-FFF2-40B4-BE49-F238E27FC236}">
                <a16:creationId xmlns:a16="http://schemas.microsoft.com/office/drawing/2014/main" id="{7EDF6F0D-29FA-04EC-68F3-6DE57254D330}"/>
              </a:ext>
            </a:extLst>
          </p:cNvPr>
          <p:cNvSpPr txBox="1">
            <a:spLocks noChangeArrowheads="1"/>
          </p:cNvSpPr>
          <p:nvPr/>
        </p:nvSpPr>
        <p:spPr bwMode="auto">
          <a:xfrm>
            <a:off x="1571625" y="2130425"/>
            <a:ext cx="6057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2.3 Exemplo do Método do </a:t>
            </a:r>
            <a:r>
              <a:rPr lang="pt-BR" altLang="pt-BR" b="1" i="1">
                <a:solidFill>
                  <a:srgbClr val="2C5DAA"/>
                </a:solidFill>
              </a:rPr>
              <a:t>payback</a:t>
            </a:r>
            <a:r>
              <a:rPr lang="pt-BR" altLang="pt-BR" b="1">
                <a:solidFill>
                  <a:srgbClr val="2C5DAA"/>
                </a:solidFill>
              </a:rPr>
              <a:t> descontado (PB) </a:t>
            </a:r>
          </a:p>
        </p:txBody>
      </p:sp>
      <p:sp>
        <p:nvSpPr>
          <p:cNvPr id="2" name="Espaço Reservado para Número de Slide 7">
            <a:extLst>
              <a:ext uri="{FF2B5EF4-FFF2-40B4-BE49-F238E27FC236}">
                <a16:creationId xmlns:a16="http://schemas.microsoft.com/office/drawing/2014/main" id="{A14DB039-6374-A553-91A1-59C953D1B6CE}"/>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8F6E4E04-12BE-4ADC-9F11-54DABE50243F}" type="slidenum">
              <a:rPr lang="pt-BR" altLang="pt-BR">
                <a:solidFill>
                  <a:srgbClr val="2C5DAA"/>
                </a:solidFill>
                <a:latin typeface="Calibri" panose="020F0502020204030204" pitchFamily="34" charset="0"/>
              </a:rPr>
              <a:pPr eaLnBrk="1" hangingPunct="1"/>
              <a:t>10</a:t>
            </a:fld>
            <a:endParaRPr lang="pt-BR" altLang="pt-BR">
              <a:solidFill>
                <a:srgbClr val="2C5DAA"/>
              </a:solidFill>
              <a:latin typeface="Calibri" panose="020F0502020204030204" pitchFamily="34" charset="0"/>
            </a:endParaRPr>
          </a:p>
        </p:txBody>
      </p:sp>
      <p:pic>
        <p:nvPicPr>
          <p:cNvPr id="13" name="Picture 2">
            <a:extLst>
              <a:ext uri="{FF2B5EF4-FFF2-40B4-BE49-F238E27FC236}">
                <a16:creationId xmlns:a16="http://schemas.microsoft.com/office/drawing/2014/main" id="{319896AD-E089-61C7-4B1F-58943F273816}"/>
              </a:ext>
            </a:extLst>
          </p:cNvPr>
          <p:cNvPicPr>
            <a:picLocks noChangeAspect="1" noChangeArrowheads="1"/>
          </p:cNvPicPr>
          <p:nvPr/>
        </p:nvPicPr>
        <p:blipFill>
          <a:blip r:embed="rId4"/>
          <a:srcRect l="45357" t="43126" r="31100" b="39147"/>
          <a:stretch>
            <a:fillRect/>
          </a:stretch>
        </p:blipFill>
        <p:spPr bwMode="auto">
          <a:xfrm>
            <a:off x="1571625" y="3929063"/>
            <a:ext cx="1500188" cy="706437"/>
          </a:xfrm>
          <a:prstGeom prst="rect">
            <a:avLst/>
          </a:prstGeom>
          <a:ln>
            <a:noFill/>
          </a:ln>
          <a:effectLst>
            <a:outerShdw blurRad="292100" dist="139700" dir="2700000" algn="tl" rotWithShape="0">
              <a:srgbClr val="333333">
                <a:alpha val="65000"/>
              </a:srgbClr>
            </a:outerShdw>
          </a:effectLst>
        </p:spPr>
      </p:pic>
      <p:sp>
        <p:nvSpPr>
          <p:cNvPr id="3083" name="CaixaDeTexto 10">
            <a:extLst>
              <a:ext uri="{FF2B5EF4-FFF2-40B4-BE49-F238E27FC236}">
                <a16:creationId xmlns:a16="http://schemas.microsoft.com/office/drawing/2014/main" id="{994609BB-094C-2044-E726-CF14C5651181}"/>
              </a:ext>
            </a:extLst>
          </p:cNvPr>
          <p:cNvSpPr txBox="1">
            <a:spLocks noChangeArrowheads="1"/>
          </p:cNvSpPr>
          <p:nvPr/>
        </p:nvSpPr>
        <p:spPr bwMode="auto">
          <a:xfrm>
            <a:off x="4538663" y="142875"/>
            <a:ext cx="44624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Capítulo 2</a:t>
            </a:r>
            <a:r>
              <a:rPr lang="pt-BR" altLang="pt-BR">
                <a:solidFill>
                  <a:srgbClr val="F2F2F2"/>
                </a:solidFill>
              </a:rPr>
              <a:t> | Métodos e critérios de decisão na análise de investimentos de capital</a:t>
            </a:r>
          </a:p>
          <a:p>
            <a:pPr eaLnBrk="1" hangingPunct="1"/>
            <a:endParaRPr lang="pt-BR" altLang="pt-BR">
              <a:solidFill>
                <a:srgbClr val="F12130"/>
              </a:solidFill>
            </a:endParaRPr>
          </a:p>
        </p:txBody>
      </p:sp>
      <p:graphicFrame>
        <p:nvGraphicFramePr>
          <p:cNvPr id="3074" name="Object 2">
            <a:extLst>
              <a:ext uri="{FF2B5EF4-FFF2-40B4-BE49-F238E27FC236}">
                <a16:creationId xmlns:a16="http://schemas.microsoft.com/office/drawing/2014/main" id="{08496157-042E-A7C7-629A-C75F52969B30}"/>
              </a:ext>
            </a:extLst>
          </p:cNvPr>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5" imgW="914400" imgH="215640" progId="Equation.3">
                  <p:embed/>
                </p:oleObj>
              </mc:Choice>
              <mc:Fallback>
                <p:oleObj name="Equation" r:id="rId5" imgW="914400" imgH="21564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5" name="Object 3">
            <a:extLst>
              <a:ext uri="{FF2B5EF4-FFF2-40B4-BE49-F238E27FC236}">
                <a16:creationId xmlns:a16="http://schemas.microsoft.com/office/drawing/2014/main" id="{491333A8-E22D-3C4F-CA63-3163CD85DE09}"/>
              </a:ext>
            </a:extLst>
          </p:cNvPr>
          <p:cNvGraphicFramePr>
            <a:graphicFrameLocks noChangeAspect="1"/>
          </p:cNvGraphicFramePr>
          <p:nvPr/>
        </p:nvGraphicFramePr>
        <p:xfrm>
          <a:off x="3714750" y="3857625"/>
          <a:ext cx="3071813" cy="1071563"/>
        </p:xfrm>
        <a:graphic>
          <a:graphicData uri="http://schemas.openxmlformats.org/presentationml/2006/ole">
            <mc:AlternateContent xmlns:mc="http://schemas.openxmlformats.org/markup-compatibility/2006">
              <mc:Choice xmlns:v="urn:schemas-microsoft-com:vml" Requires="v">
                <p:oleObj name="Equation" r:id="rId7" imgW="2527200" imgH="914400" progId="Equation.3">
                  <p:embed/>
                </p:oleObj>
              </mc:Choice>
              <mc:Fallback>
                <p:oleObj name="Equation" r:id="rId7" imgW="2527200" imgH="91440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14750" y="3857625"/>
                        <a:ext cx="3071813" cy="1071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84" name="CaixaDeTexto 6">
            <a:extLst>
              <a:ext uri="{FF2B5EF4-FFF2-40B4-BE49-F238E27FC236}">
                <a16:creationId xmlns:a16="http://schemas.microsoft.com/office/drawing/2014/main" id="{BE67FC03-7FD2-25E2-AE61-DA5C288222A2}"/>
              </a:ext>
            </a:extLst>
          </p:cNvPr>
          <p:cNvSpPr txBox="1">
            <a:spLocks noChangeArrowheads="1"/>
          </p:cNvSpPr>
          <p:nvPr/>
        </p:nvSpPr>
        <p:spPr bwMode="auto">
          <a:xfrm>
            <a:off x="1357313" y="5214938"/>
            <a:ext cx="671512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400">
                <a:solidFill>
                  <a:srgbClr val="000000"/>
                </a:solidFill>
              </a:rPr>
              <a:t>O investimento de R$ 200.000,00  será recuperado em, no mínimo, 4 anos.</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482" name="CaixaDeTexto 3">
            <a:extLst>
              <a:ext uri="{FF2B5EF4-FFF2-40B4-BE49-F238E27FC236}">
                <a16:creationId xmlns:a16="http://schemas.microsoft.com/office/drawing/2014/main" id="{33D3AA85-0E01-A8EE-F8A5-8FE91D91BD67}"/>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20483" name="CaixaDeTexto 6">
            <a:extLst>
              <a:ext uri="{FF2B5EF4-FFF2-40B4-BE49-F238E27FC236}">
                <a16:creationId xmlns:a16="http://schemas.microsoft.com/office/drawing/2014/main" id="{79902650-EFEA-5D44-9B63-251653B2905D}"/>
              </a:ext>
            </a:extLst>
          </p:cNvPr>
          <p:cNvSpPr txBox="1">
            <a:spLocks noChangeArrowheads="1"/>
          </p:cNvSpPr>
          <p:nvPr/>
        </p:nvSpPr>
        <p:spPr bwMode="auto">
          <a:xfrm>
            <a:off x="1571625" y="2571750"/>
            <a:ext cx="6715125"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lnSpc>
                <a:spcPct val="150000"/>
              </a:lnSpc>
              <a:buFontTx/>
              <a:buAutoNum type="arabicPeriod"/>
            </a:pPr>
            <a:r>
              <a:rPr lang="pt-BR" altLang="pt-BR" sz="1200">
                <a:solidFill>
                  <a:srgbClr val="000000"/>
                </a:solidFill>
              </a:rPr>
              <a:t>Calcule o VPL e a TIR de um projeto para aquisição de uma máquina que requer um investimento inicial de R$30.000,00 e produz receita adicional de acordo com um fluxo de caixa de R$5.000,00 ao ano durante 12 anos.  Considere um custo de capital de 8% ao ano. </a:t>
            </a:r>
          </a:p>
          <a:p>
            <a:pPr algn="just" eaLnBrk="1" hangingPunct="1">
              <a:lnSpc>
                <a:spcPct val="150000"/>
              </a:lnSpc>
              <a:buFontTx/>
              <a:buAutoNum type="arabicPeriod"/>
            </a:pPr>
            <a:r>
              <a:rPr lang="pt-BR" altLang="pt-BR" sz="1200">
                <a:solidFill>
                  <a:srgbClr val="000000"/>
                </a:solidFill>
              </a:rPr>
              <a:t>Considere duas alternativas mutuamente excludentes, X e Y abaixo, com um custo de capital de 10% ao ano. Analise qual é preferível pelos métodos do VPL, TIR e </a:t>
            </a:r>
            <a:r>
              <a:rPr lang="pt-BR" altLang="pt-BR" sz="1200" i="1">
                <a:solidFill>
                  <a:srgbClr val="000000"/>
                </a:solidFill>
              </a:rPr>
              <a:t>payback</a:t>
            </a:r>
            <a:r>
              <a:rPr lang="pt-BR" altLang="pt-BR" sz="1200">
                <a:solidFill>
                  <a:srgbClr val="000000"/>
                </a:solidFill>
              </a:rPr>
              <a:t>.</a:t>
            </a:r>
          </a:p>
          <a:p>
            <a:pPr algn="just" eaLnBrk="1" hangingPunct="1">
              <a:lnSpc>
                <a:spcPct val="150000"/>
              </a:lnSpc>
            </a:pPr>
            <a:r>
              <a:rPr lang="pt-BR" altLang="pt-BR" sz="1200">
                <a:solidFill>
                  <a:srgbClr val="000000"/>
                </a:solidFill>
              </a:rPr>
              <a:t>	   </a:t>
            </a:r>
          </a:p>
          <a:p>
            <a:pPr algn="just" eaLnBrk="1" hangingPunct="1">
              <a:lnSpc>
                <a:spcPct val="150000"/>
              </a:lnSpc>
              <a:buFontTx/>
              <a:buAutoNum type="arabicPeriod"/>
            </a:pPr>
            <a:endParaRPr lang="pt-BR" altLang="pt-BR" sz="1600">
              <a:solidFill>
                <a:srgbClr val="000000"/>
              </a:solidFill>
            </a:endParaRPr>
          </a:p>
        </p:txBody>
      </p:sp>
      <p:sp>
        <p:nvSpPr>
          <p:cNvPr id="20484" name="CaixaDeTexto 10">
            <a:extLst>
              <a:ext uri="{FF2B5EF4-FFF2-40B4-BE49-F238E27FC236}">
                <a16:creationId xmlns:a16="http://schemas.microsoft.com/office/drawing/2014/main" id="{7690D59C-E491-39B3-4042-FAC6C5AC7AF7}"/>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20485" name="CaixaDeTexto 12">
            <a:extLst>
              <a:ext uri="{FF2B5EF4-FFF2-40B4-BE49-F238E27FC236}">
                <a16:creationId xmlns:a16="http://schemas.microsoft.com/office/drawing/2014/main" id="{85FF459F-D819-5148-A96B-6B714667DC1F}"/>
              </a:ext>
            </a:extLst>
          </p:cNvPr>
          <p:cNvSpPr txBox="1">
            <a:spLocks noChangeArrowheads="1"/>
          </p:cNvSpPr>
          <p:nvPr/>
        </p:nvSpPr>
        <p:spPr bwMode="auto">
          <a:xfrm>
            <a:off x="1571625" y="2130425"/>
            <a:ext cx="12874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Exercício:</a:t>
            </a:r>
          </a:p>
        </p:txBody>
      </p:sp>
      <p:sp>
        <p:nvSpPr>
          <p:cNvPr id="3079" name="Espaço Reservado para Número de Slide 7">
            <a:extLst>
              <a:ext uri="{FF2B5EF4-FFF2-40B4-BE49-F238E27FC236}">
                <a16:creationId xmlns:a16="http://schemas.microsoft.com/office/drawing/2014/main" id="{9826C542-B042-F963-5408-11481FEF7F04}"/>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BF199A57-9A79-449C-BBC1-E85D42C6582C}" type="slidenum">
              <a:rPr lang="pt-BR" altLang="pt-BR">
                <a:solidFill>
                  <a:srgbClr val="2C5DAA"/>
                </a:solidFill>
                <a:latin typeface="Calibri" panose="020F0502020204030204" pitchFamily="34" charset="0"/>
              </a:rPr>
              <a:pPr eaLnBrk="1" hangingPunct="1"/>
              <a:t>11</a:t>
            </a:fld>
            <a:endParaRPr lang="pt-BR" altLang="pt-BR">
              <a:solidFill>
                <a:srgbClr val="2C5DAA"/>
              </a:solidFill>
              <a:latin typeface="Calibri" panose="020F0502020204030204" pitchFamily="34" charset="0"/>
            </a:endParaRPr>
          </a:p>
        </p:txBody>
      </p:sp>
      <p:sp>
        <p:nvSpPr>
          <p:cNvPr id="20487" name="CaixaDeTexto 10">
            <a:extLst>
              <a:ext uri="{FF2B5EF4-FFF2-40B4-BE49-F238E27FC236}">
                <a16:creationId xmlns:a16="http://schemas.microsoft.com/office/drawing/2014/main" id="{D8F0F125-7533-74AD-C7F9-1FE177E4CD8B}"/>
              </a:ext>
            </a:extLst>
          </p:cNvPr>
          <p:cNvSpPr txBox="1">
            <a:spLocks noChangeArrowheads="1"/>
          </p:cNvSpPr>
          <p:nvPr/>
        </p:nvSpPr>
        <p:spPr bwMode="auto">
          <a:xfrm>
            <a:off x="4538663" y="142875"/>
            <a:ext cx="44624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Capítulo 2</a:t>
            </a:r>
            <a:r>
              <a:rPr lang="pt-BR" altLang="pt-BR">
                <a:solidFill>
                  <a:srgbClr val="F2F2F2"/>
                </a:solidFill>
              </a:rPr>
              <a:t> | Métodos e critérios de decisão na análise de investimentos de capital</a:t>
            </a:r>
          </a:p>
          <a:p>
            <a:pPr eaLnBrk="1" hangingPunct="1"/>
            <a:endParaRPr lang="pt-BR" altLang="pt-BR">
              <a:solidFill>
                <a:srgbClr val="F12130"/>
              </a:solidFill>
            </a:endParaRPr>
          </a:p>
        </p:txBody>
      </p:sp>
      <p:graphicFrame>
        <p:nvGraphicFramePr>
          <p:cNvPr id="12" name="Tabela 11">
            <a:extLst>
              <a:ext uri="{FF2B5EF4-FFF2-40B4-BE49-F238E27FC236}">
                <a16:creationId xmlns:a16="http://schemas.microsoft.com/office/drawing/2014/main" id="{95D58706-192B-D0E1-0A3A-590FEFA0BBD8}"/>
              </a:ext>
            </a:extLst>
          </p:cNvPr>
          <p:cNvGraphicFramePr>
            <a:graphicFrameLocks noGrp="1"/>
          </p:cNvGraphicFramePr>
          <p:nvPr/>
        </p:nvGraphicFramePr>
        <p:xfrm>
          <a:off x="1643063" y="4643438"/>
          <a:ext cx="5786436" cy="1112838"/>
        </p:xfrm>
        <a:graphic>
          <a:graphicData uri="http://schemas.openxmlformats.org/drawingml/2006/table">
            <a:tbl>
              <a:tblPr firstRow="1" bandRow="1">
                <a:tableStyleId>{5C22544A-7EE6-4342-B048-85BDC9FD1C3A}</a:tableStyleId>
              </a:tblPr>
              <a:tblGrid>
                <a:gridCol w="1446609">
                  <a:extLst>
                    <a:ext uri="{9D8B030D-6E8A-4147-A177-3AD203B41FA5}">
                      <a16:colId xmlns:a16="http://schemas.microsoft.com/office/drawing/2014/main" val="20000"/>
                    </a:ext>
                  </a:extLst>
                </a:gridCol>
                <a:gridCol w="1446609">
                  <a:extLst>
                    <a:ext uri="{9D8B030D-6E8A-4147-A177-3AD203B41FA5}">
                      <a16:colId xmlns:a16="http://schemas.microsoft.com/office/drawing/2014/main" val="20001"/>
                    </a:ext>
                  </a:extLst>
                </a:gridCol>
                <a:gridCol w="1446609">
                  <a:extLst>
                    <a:ext uri="{9D8B030D-6E8A-4147-A177-3AD203B41FA5}">
                      <a16:colId xmlns:a16="http://schemas.microsoft.com/office/drawing/2014/main" val="20002"/>
                    </a:ext>
                  </a:extLst>
                </a:gridCol>
                <a:gridCol w="1446609">
                  <a:extLst>
                    <a:ext uri="{9D8B030D-6E8A-4147-A177-3AD203B41FA5}">
                      <a16:colId xmlns:a16="http://schemas.microsoft.com/office/drawing/2014/main" val="20003"/>
                    </a:ext>
                  </a:extLst>
                </a:gridCol>
              </a:tblGrid>
              <a:tr h="370946">
                <a:tc>
                  <a:txBody>
                    <a:bodyPr/>
                    <a:lstStyle/>
                    <a:p>
                      <a:r>
                        <a:rPr lang="pt-BR" sz="1200" dirty="0"/>
                        <a:t>Equipamento</a:t>
                      </a:r>
                    </a:p>
                  </a:txBody>
                  <a:tcPr marL="91439" marR="91439" marT="45733" marB="45733"/>
                </a:tc>
                <a:tc>
                  <a:txBody>
                    <a:bodyPr/>
                    <a:lstStyle/>
                    <a:p>
                      <a:r>
                        <a:rPr lang="pt-BR" sz="1200" dirty="0"/>
                        <a:t>Investimento</a:t>
                      </a:r>
                    </a:p>
                  </a:txBody>
                  <a:tcPr marL="91439" marR="91439" marT="45733" marB="45733"/>
                </a:tc>
                <a:tc>
                  <a:txBody>
                    <a:bodyPr/>
                    <a:lstStyle/>
                    <a:p>
                      <a:r>
                        <a:rPr lang="pt-BR" sz="1200" dirty="0"/>
                        <a:t>Fluxo</a:t>
                      </a:r>
                      <a:r>
                        <a:rPr lang="pt-BR" sz="1800" dirty="0"/>
                        <a:t> </a:t>
                      </a:r>
                      <a:r>
                        <a:rPr lang="pt-BR" sz="1200" dirty="0"/>
                        <a:t>de</a:t>
                      </a:r>
                      <a:r>
                        <a:rPr lang="pt-BR" sz="1800" dirty="0"/>
                        <a:t> </a:t>
                      </a:r>
                      <a:r>
                        <a:rPr lang="pt-BR" sz="1200" dirty="0"/>
                        <a:t>caixa/ano</a:t>
                      </a:r>
                    </a:p>
                  </a:txBody>
                  <a:tcPr marL="91439" marR="91439" marT="45733" marB="45733"/>
                </a:tc>
                <a:tc>
                  <a:txBody>
                    <a:bodyPr/>
                    <a:lstStyle/>
                    <a:p>
                      <a:r>
                        <a:rPr lang="pt-BR" sz="1200" dirty="0"/>
                        <a:t>Vida útil</a:t>
                      </a:r>
                    </a:p>
                  </a:txBody>
                  <a:tcPr marL="91439" marR="91439" marT="45733" marB="45733"/>
                </a:tc>
                <a:extLst>
                  <a:ext uri="{0D108BD9-81ED-4DB2-BD59-A6C34878D82A}">
                    <a16:rowId xmlns:a16="http://schemas.microsoft.com/office/drawing/2014/main" val="10000"/>
                  </a:ext>
                </a:extLst>
              </a:tr>
              <a:tr h="370946">
                <a:tc>
                  <a:txBody>
                    <a:bodyPr/>
                    <a:lstStyle/>
                    <a:p>
                      <a:r>
                        <a:rPr lang="pt-BR" sz="1400" dirty="0"/>
                        <a:t>X</a:t>
                      </a:r>
                    </a:p>
                  </a:txBody>
                  <a:tcPr marL="91439" marR="91439" marT="45733" marB="45733"/>
                </a:tc>
                <a:tc>
                  <a:txBody>
                    <a:bodyPr/>
                    <a:lstStyle/>
                    <a:p>
                      <a:r>
                        <a:rPr lang="pt-BR" sz="1400" dirty="0"/>
                        <a:t>-12</a:t>
                      </a:r>
                    </a:p>
                  </a:txBody>
                  <a:tcPr marL="91439" marR="91439" marT="45733" marB="45733"/>
                </a:tc>
                <a:tc>
                  <a:txBody>
                    <a:bodyPr/>
                    <a:lstStyle/>
                    <a:p>
                      <a:r>
                        <a:rPr lang="pt-BR" sz="1400" dirty="0"/>
                        <a:t>3,0</a:t>
                      </a:r>
                    </a:p>
                  </a:txBody>
                  <a:tcPr marL="91439" marR="91439" marT="45733" marB="45733"/>
                </a:tc>
                <a:tc>
                  <a:txBody>
                    <a:bodyPr/>
                    <a:lstStyle/>
                    <a:p>
                      <a:r>
                        <a:rPr lang="pt-BR" sz="1400" dirty="0"/>
                        <a:t>8 anos</a:t>
                      </a:r>
                    </a:p>
                  </a:txBody>
                  <a:tcPr marL="91439" marR="91439" marT="45733" marB="45733"/>
                </a:tc>
                <a:extLst>
                  <a:ext uri="{0D108BD9-81ED-4DB2-BD59-A6C34878D82A}">
                    <a16:rowId xmlns:a16="http://schemas.microsoft.com/office/drawing/2014/main" val="10001"/>
                  </a:ext>
                </a:extLst>
              </a:tr>
              <a:tr h="370946">
                <a:tc>
                  <a:txBody>
                    <a:bodyPr/>
                    <a:lstStyle/>
                    <a:p>
                      <a:r>
                        <a:rPr lang="pt-BR" sz="1400" dirty="0"/>
                        <a:t>Y</a:t>
                      </a:r>
                    </a:p>
                  </a:txBody>
                  <a:tcPr marL="91439" marR="91439" marT="45733" marB="45733"/>
                </a:tc>
                <a:tc>
                  <a:txBody>
                    <a:bodyPr/>
                    <a:lstStyle/>
                    <a:p>
                      <a:r>
                        <a:rPr lang="pt-BR" sz="1400" dirty="0"/>
                        <a:t>-13</a:t>
                      </a:r>
                    </a:p>
                  </a:txBody>
                  <a:tcPr marL="91439" marR="91439" marT="45733" marB="45733"/>
                </a:tc>
                <a:tc>
                  <a:txBody>
                    <a:bodyPr/>
                    <a:lstStyle/>
                    <a:p>
                      <a:r>
                        <a:rPr lang="pt-BR" sz="1400" dirty="0"/>
                        <a:t>2,5</a:t>
                      </a:r>
                    </a:p>
                  </a:txBody>
                  <a:tcPr marL="91439" marR="91439" marT="45733" marB="45733"/>
                </a:tc>
                <a:tc>
                  <a:txBody>
                    <a:bodyPr/>
                    <a:lstStyle/>
                    <a:p>
                      <a:r>
                        <a:rPr lang="pt-BR" sz="1400" dirty="0"/>
                        <a:t>8 anos</a:t>
                      </a:r>
                    </a:p>
                  </a:txBody>
                  <a:tcPr marL="91439" marR="91439" marT="45733" marB="45733"/>
                </a:tc>
                <a:extLst>
                  <a:ext uri="{0D108BD9-81ED-4DB2-BD59-A6C34878D82A}">
                    <a16:rowId xmlns:a16="http://schemas.microsoft.com/office/drawing/2014/main" val="10002"/>
                  </a:ext>
                </a:extLst>
              </a:tr>
            </a:tbl>
          </a:graphicData>
        </a:graphic>
      </p:graphicFrame>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1506" name="CaixaDeTexto 3">
            <a:extLst>
              <a:ext uri="{FF2B5EF4-FFF2-40B4-BE49-F238E27FC236}">
                <a16:creationId xmlns:a16="http://schemas.microsoft.com/office/drawing/2014/main" id="{3B567D3B-7069-143D-A4FF-5041859FCBF2}"/>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21507" name="CaixaDeTexto 6">
            <a:extLst>
              <a:ext uri="{FF2B5EF4-FFF2-40B4-BE49-F238E27FC236}">
                <a16:creationId xmlns:a16="http://schemas.microsoft.com/office/drawing/2014/main" id="{808ED035-939F-7687-9094-89C99843315D}"/>
              </a:ext>
            </a:extLst>
          </p:cNvPr>
          <p:cNvSpPr txBox="1">
            <a:spLocks noChangeArrowheads="1"/>
          </p:cNvSpPr>
          <p:nvPr/>
        </p:nvSpPr>
        <p:spPr bwMode="auto">
          <a:xfrm>
            <a:off x="1571625" y="2681288"/>
            <a:ext cx="671512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t>É um indicador que permite saber a viabilidade econômica de um empreendimento, bastando, para isso, observar se o índice é maior </a:t>
            </a:r>
          </a:p>
          <a:p>
            <a:pPr eaLnBrk="1" hangingPunct="1">
              <a:lnSpc>
                <a:spcPct val="150000"/>
              </a:lnSpc>
            </a:pPr>
            <a:r>
              <a:rPr lang="pt-BR" altLang="pt-BR" sz="1600"/>
              <a:t>que 1. </a:t>
            </a:r>
          </a:p>
          <a:p>
            <a:pPr eaLnBrk="1" hangingPunct="1">
              <a:lnSpc>
                <a:spcPct val="150000"/>
              </a:lnSpc>
            </a:pPr>
            <a:r>
              <a:rPr lang="pt-BR" altLang="pt-BR" sz="1600"/>
              <a:t>Na realidade o índice avalia o benefício em relação ao custo, é um indicador que resulta da divisão do valor atualizado dos benefícios pelo valor atualizado dos custos do projeto, incluído o investimento inicial.</a:t>
            </a:r>
          </a:p>
          <a:p>
            <a:pPr eaLnBrk="1" hangingPunct="1">
              <a:lnSpc>
                <a:spcPct val="150000"/>
              </a:lnSpc>
            </a:pPr>
            <a:r>
              <a:rPr lang="pt-BR" altLang="pt-BR" sz="1600"/>
              <a:t>O índice não reflete necessariamente a maior ou menor conveniência de um projeto em relação ao outro. Pode ocorrer que dois projetos com diferentes rentabilidades tenham o mesmo custo-benefício.   </a:t>
            </a:r>
          </a:p>
        </p:txBody>
      </p:sp>
      <p:sp>
        <p:nvSpPr>
          <p:cNvPr id="21508" name="CaixaDeTexto 10">
            <a:extLst>
              <a:ext uri="{FF2B5EF4-FFF2-40B4-BE49-F238E27FC236}">
                <a16:creationId xmlns:a16="http://schemas.microsoft.com/office/drawing/2014/main" id="{C2548704-F9B7-0825-D9F9-77AA01156FF4}"/>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21509" name="CaixaDeTexto 12">
            <a:extLst>
              <a:ext uri="{FF2B5EF4-FFF2-40B4-BE49-F238E27FC236}">
                <a16:creationId xmlns:a16="http://schemas.microsoft.com/office/drawing/2014/main" id="{53FE3DE3-3FD1-FE05-0E17-EE76FC936FAE}"/>
              </a:ext>
            </a:extLst>
          </p:cNvPr>
          <p:cNvSpPr txBox="1">
            <a:spLocks noChangeArrowheads="1"/>
          </p:cNvSpPr>
          <p:nvPr/>
        </p:nvSpPr>
        <p:spPr bwMode="auto">
          <a:xfrm>
            <a:off x="1571625" y="2130425"/>
            <a:ext cx="4121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2.4 Método do custo-benefício (C/B)</a:t>
            </a:r>
          </a:p>
        </p:txBody>
      </p:sp>
      <p:sp>
        <p:nvSpPr>
          <p:cNvPr id="3079" name="Espaço Reservado para Número de Slide 7">
            <a:extLst>
              <a:ext uri="{FF2B5EF4-FFF2-40B4-BE49-F238E27FC236}">
                <a16:creationId xmlns:a16="http://schemas.microsoft.com/office/drawing/2014/main" id="{17BBD32D-1071-4E1B-B122-43039652A941}"/>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AACFD3D6-39DB-44CF-AF16-89B1D09C93B4}" type="slidenum">
              <a:rPr lang="pt-BR" altLang="pt-BR">
                <a:solidFill>
                  <a:srgbClr val="2C5DAA"/>
                </a:solidFill>
                <a:latin typeface="Calibri" panose="020F0502020204030204" pitchFamily="34" charset="0"/>
              </a:rPr>
              <a:pPr eaLnBrk="1" hangingPunct="1"/>
              <a:t>12</a:t>
            </a:fld>
            <a:endParaRPr lang="pt-BR" altLang="pt-BR">
              <a:solidFill>
                <a:srgbClr val="2C5DAA"/>
              </a:solidFill>
              <a:latin typeface="Calibri" panose="020F0502020204030204" pitchFamily="34" charset="0"/>
            </a:endParaRPr>
          </a:p>
        </p:txBody>
      </p:sp>
      <p:sp>
        <p:nvSpPr>
          <p:cNvPr id="8" name="CaixaDeTexto 7">
            <a:extLst>
              <a:ext uri="{FF2B5EF4-FFF2-40B4-BE49-F238E27FC236}">
                <a16:creationId xmlns:a16="http://schemas.microsoft.com/office/drawing/2014/main" id="{A5D836DB-3795-C7A2-E4FD-6C24BE3AFDAA}"/>
              </a:ext>
            </a:extLst>
          </p:cNvPr>
          <p:cNvSpPr txBox="1"/>
          <p:nvPr/>
        </p:nvSpPr>
        <p:spPr>
          <a:xfrm>
            <a:off x="4538663" y="142875"/>
            <a:ext cx="4462462" cy="1200150"/>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de decisão na análise de investimentos de capital</a:t>
            </a:r>
          </a:p>
          <a:p>
            <a:pPr fontAlgn="auto">
              <a:spcBef>
                <a:spcPts val="0"/>
              </a:spcBef>
              <a:spcAft>
                <a:spcPts val="0"/>
              </a:spcAft>
              <a:defRPr/>
            </a:pPr>
            <a:endParaRPr lang="pt-BR" dirty="0">
              <a:solidFill>
                <a:srgbClr val="F12130"/>
              </a:solidFill>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2530" name="CaixaDeTexto 3">
            <a:extLst>
              <a:ext uri="{FF2B5EF4-FFF2-40B4-BE49-F238E27FC236}">
                <a16:creationId xmlns:a16="http://schemas.microsoft.com/office/drawing/2014/main" id="{10EC0A47-BB10-825F-94C3-5990189B2145}"/>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22531" name="CaixaDeTexto 6">
            <a:extLst>
              <a:ext uri="{FF2B5EF4-FFF2-40B4-BE49-F238E27FC236}">
                <a16:creationId xmlns:a16="http://schemas.microsoft.com/office/drawing/2014/main" id="{C3CD0CB1-D528-39F3-4B77-BDD90299B43A}"/>
              </a:ext>
            </a:extLst>
          </p:cNvPr>
          <p:cNvSpPr txBox="1">
            <a:spLocks noChangeArrowheads="1"/>
          </p:cNvSpPr>
          <p:nvPr/>
        </p:nvSpPr>
        <p:spPr bwMode="auto">
          <a:xfrm>
            <a:off x="1500188" y="2786063"/>
            <a:ext cx="671512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t>O índice pode ser expresso da seguinte forma:</a:t>
            </a:r>
          </a:p>
        </p:txBody>
      </p:sp>
      <p:sp>
        <p:nvSpPr>
          <p:cNvPr id="22532" name="CaixaDeTexto 10">
            <a:extLst>
              <a:ext uri="{FF2B5EF4-FFF2-40B4-BE49-F238E27FC236}">
                <a16:creationId xmlns:a16="http://schemas.microsoft.com/office/drawing/2014/main" id="{6E96CC48-294E-7695-FA45-42A31493A195}"/>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22533" name="CaixaDeTexto 12">
            <a:extLst>
              <a:ext uri="{FF2B5EF4-FFF2-40B4-BE49-F238E27FC236}">
                <a16:creationId xmlns:a16="http://schemas.microsoft.com/office/drawing/2014/main" id="{A0D5E0A5-C5B7-5323-D087-F71EE8EC6670}"/>
              </a:ext>
            </a:extLst>
          </p:cNvPr>
          <p:cNvSpPr txBox="1">
            <a:spLocks noChangeArrowheads="1"/>
          </p:cNvSpPr>
          <p:nvPr/>
        </p:nvSpPr>
        <p:spPr bwMode="auto">
          <a:xfrm>
            <a:off x="1571625" y="2130425"/>
            <a:ext cx="67865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2.4 Método do custo-benefício (C/B) ou Relação Benefício/Custo (RBC): </a:t>
            </a:r>
          </a:p>
        </p:txBody>
      </p:sp>
      <p:sp>
        <p:nvSpPr>
          <p:cNvPr id="3079" name="Espaço Reservado para Número de Slide 7">
            <a:extLst>
              <a:ext uri="{FF2B5EF4-FFF2-40B4-BE49-F238E27FC236}">
                <a16:creationId xmlns:a16="http://schemas.microsoft.com/office/drawing/2014/main" id="{DD1925CB-B035-B96B-191F-5E8810BC95FF}"/>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DAB92E7D-9C64-4102-8BFC-337D309080C4}" type="slidenum">
              <a:rPr lang="pt-BR" altLang="pt-BR">
                <a:solidFill>
                  <a:srgbClr val="2C5DAA"/>
                </a:solidFill>
                <a:latin typeface="Calibri" panose="020F0502020204030204" pitchFamily="34" charset="0"/>
              </a:rPr>
              <a:pPr eaLnBrk="1" hangingPunct="1"/>
              <a:t>13</a:t>
            </a:fld>
            <a:endParaRPr lang="pt-BR" altLang="pt-BR">
              <a:solidFill>
                <a:srgbClr val="2C5DAA"/>
              </a:solidFill>
              <a:latin typeface="Calibri" panose="020F0502020204030204" pitchFamily="34" charset="0"/>
            </a:endParaRPr>
          </a:p>
        </p:txBody>
      </p:sp>
      <p:sp>
        <p:nvSpPr>
          <p:cNvPr id="22535" name="Retângulo 7">
            <a:extLst>
              <a:ext uri="{FF2B5EF4-FFF2-40B4-BE49-F238E27FC236}">
                <a16:creationId xmlns:a16="http://schemas.microsoft.com/office/drawing/2014/main" id="{BEFB99CC-7171-EC10-45E7-53C91DC264F7}"/>
              </a:ext>
            </a:extLst>
          </p:cNvPr>
          <p:cNvSpPr>
            <a:spLocks noChangeArrowheads="1"/>
          </p:cNvSpPr>
          <p:nvPr/>
        </p:nvSpPr>
        <p:spPr bwMode="auto">
          <a:xfrm>
            <a:off x="1543050" y="4276725"/>
            <a:ext cx="5457825"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400">
                <a:solidFill>
                  <a:srgbClr val="000000"/>
                </a:solidFill>
              </a:rPr>
              <a:t>C/B = índice custo-benefício;</a:t>
            </a:r>
          </a:p>
          <a:p>
            <a:pPr eaLnBrk="1" hangingPunct="1">
              <a:lnSpc>
                <a:spcPct val="150000"/>
              </a:lnSpc>
            </a:pPr>
            <a:r>
              <a:rPr lang="pt-BR" altLang="pt-BR" sz="1400">
                <a:solidFill>
                  <a:srgbClr val="000000"/>
                </a:solidFill>
              </a:rPr>
              <a:t>b</a:t>
            </a:r>
            <a:r>
              <a:rPr lang="pt-BR" altLang="pt-BR" sz="1400" baseline="-25000">
                <a:solidFill>
                  <a:srgbClr val="000000"/>
                </a:solidFill>
              </a:rPr>
              <a:t>t</a:t>
            </a:r>
            <a:r>
              <a:rPr lang="pt-BR" altLang="pt-BR" sz="1400">
                <a:solidFill>
                  <a:srgbClr val="000000"/>
                </a:solidFill>
              </a:rPr>
              <a:t> = benefícios do período t;</a:t>
            </a:r>
          </a:p>
          <a:p>
            <a:pPr eaLnBrk="1" hangingPunct="1">
              <a:lnSpc>
                <a:spcPct val="150000"/>
              </a:lnSpc>
            </a:pPr>
            <a:r>
              <a:rPr lang="pt-BR" altLang="pt-BR" sz="1400">
                <a:solidFill>
                  <a:srgbClr val="000000"/>
                </a:solidFill>
              </a:rPr>
              <a:t>c</a:t>
            </a:r>
            <a:r>
              <a:rPr lang="pt-BR" altLang="pt-BR" sz="1400" baseline="-25000">
                <a:solidFill>
                  <a:srgbClr val="000000"/>
                </a:solidFill>
              </a:rPr>
              <a:t>t</a:t>
            </a:r>
            <a:r>
              <a:rPr lang="pt-BR" altLang="pt-BR" sz="1400">
                <a:solidFill>
                  <a:srgbClr val="000000"/>
                </a:solidFill>
              </a:rPr>
              <a:t> = custos do período t;</a:t>
            </a:r>
          </a:p>
          <a:p>
            <a:pPr eaLnBrk="1" hangingPunct="1">
              <a:lnSpc>
                <a:spcPct val="150000"/>
              </a:lnSpc>
            </a:pPr>
            <a:r>
              <a:rPr lang="pt-BR" altLang="pt-BR" sz="1400">
                <a:solidFill>
                  <a:srgbClr val="000000"/>
                </a:solidFill>
              </a:rPr>
              <a:t>n = horizonte do planejamento;</a:t>
            </a:r>
          </a:p>
          <a:p>
            <a:pPr eaLnBrk="1" hangingPunct="1">
              <a:lnSpc>
                <a:spcPct val="150000"/>
              </a:lnSpc>
            </a:pPr>
            <a:r>
              <a:rPr lang="pt-BR" altLang="pt-BR" sz="1400">
                <a:solidFill>
                  <a:srgbClr val="000000"/>
                </a:solidFill>
              </a:rPr>
              <a:t>K = custo do capital.</a:t>
            </a:r>
          </a:p>
        </p:txBody>
      </p:sp>
      <p:pic>
        <p:nvPicPr>
          <p:cNvPr id="9" name="Picture 2">
            <a:extLst>
              <a:ext uri="{FF2B5EF4-FFF2-40B4-BE49-F238E27FC236}">
                <a16:creationId xmlns:a16="http://schemas.microsoft.com/office/drawing/2014/main" id="{9BE2CA7C-D3DA-11AD-722A-9E47450CB13A}"/>
              </a:ext>
            </a:extLst>
          </p:cNvPr>
          <p:cNvPicPr>
            <a:picLocks noChangeAspect="1" noChangeArrowheads="1"/>
          </p:cNvPicPr>
          <p:nvPr/>
        </p:nvPicPr>
        <p:blipFill>
          <a:blip r:embed="rId4"/>
          <a:srcRect l="25667" t="47018" r="22542" b="31939"/>
          <a:stretch>
            <a:fillRect/>
          </a:stretch>
        </p:blipFill>
        <p:spPr bwMode="auto">
          <a:xfrm>
            <a:off x="1643063" y="3357563"/>
            <a:ext cx="3286125" cy="833437"/>
          </a:xfrm>
          <a:prstGeom prst="rect">
            <a:avLst/>
          </a:prstGeom>
          <a:ln>
            <a:noFill/>
          </a:ln>
          <a:effectLst>
            <a:outerShdw blurRad="292100" dist="139700" dir="2700000" algn="tl" rotWithShape="0">
              <a:srgbClr val="333333">
                <a:alpha val="65000"/>
              </a:srgbClr>
            </a:outerShdw>
          </a:effectLst>
        </p:spPr>
      </p:pic>
      <p:sp>
        <p:nvSpPr>
          <p:cNvPr id="11" name="CaixaDeTexto 10">
            <a:extLst>
              <a:ext uri="{FF2B5EF4-FFF2-40B4-BE49-F238E27FC236}">
                <a16:creationId xmlns:a16="http://schemas.microsoft.com/office/drawing/2014/main" id="{884856A2-1144-759B-AADA-B1068C4518DF}"/>
              </a:ext>
            </a:extLst>
          </p:cNvPr>
          <p:cNvSpPr txBox="1"/>
          <p:nvPr/>
        </p:nvSpPr>
        <p:spPr>
          <a:xfrm>
            <a:off x="4538663" y="142875"/>
            <a:ext cx="4462462" cy="1200150"/>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de decisão na análise de investimentos de capital</a:t>
            </a:r>
          </a:p>
          <a:p>
            <a:pPr fontAlgn="auto">
              <a:spcBef>
                <a:spcPts val="0"/>
              </a:spcBef>
              <a:spcAft>
                <a:spcPts val="0"/>
              </a:spcAft>
              <a:defRPr/>
            </a:pPr>
            <a:endParaRPr lang="pt-BR" dirty="0">
              <a:solidFill>
                <a:srgbClr val="F12130"/>
              </a:solidFill>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101" name="CaixaDeTexto 3">
            <a:extLst>
              <a:ext uri="{FF2B5EF4-FFF2-40B4-BE49-F238E27FC236}">
                <a16:creationId xmlns:a16="http://schemas.microsoft.com/office/drawing/2014/main" id="{B292F167-953D-A268-0279-6799014BE8F4}"/>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4102" name="CaixaDeTexto 6">
            <a:extLst>
              <a:ext uri="{FF2B5EF4-FFF2-40B4-BE49-F238E27FC236}">
                <a16:creationId xmlns:a16="http://schemas.microsoft.com/office/drawing/2014/main" id="{4355AFAC-862F-7891-E053-F0883FF3C530}"/>
              </a:ext>
            </a:extLst>
          </p:cNvPr>
          <p:cNvSpPr txBox="1">
            <a:spLocks noChangeArrowheads="1"/>
          </p:cNvSpPr>
          <p:nvPr/>
        </p:nvSpPr>
        <p:spPr bwMode="auto">
          <a:xfrm>
            <a:off x="1571625" y="2681288"/>
            <a:ext cx="6715125"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solidFill>
                  <a:srgbClr val="000000"/>
                </a:solidFill>
              </a:rPr>
              <a:t>No exemplo anterior o índice de Custo Benefício pode ser calculado da seguinte forma:</a:t>
            </a:r>
          </a:p>
        </p:txBody>
      </p:sp>
      <p:sp>
        <p:nvSpPr>
          <p:cNvPr id="4103" name="CaixaDeTexto 10">
            <a:extLst>
              <a:ext uri="{FF2B5EF4-FFF2-40B4-BE49-F238E27FC236}">
                <a16:creationId xmlns:a16="http://schemas.microsoft.com/office/drawing/2014/main" id="{C52118A3-F079-8FEA-CC09-4AE2603138F8}"/>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4104" name="CaixaDeTexto 12">
            <a:extLst>
              <a:ext uri="{FF2B5EF4-FFF2-40B4-BE49-F238E27FC236}">
                <a16:creationId xmlns:a16="http://schemas.microsoft.com/office/drawing/2014/main" id="{45A32CA2-6B7F-9622-8E7E-796F3C6DF333}"/>
              </a:ext>
            </a:extLst>
          </p:cNvPr>
          <p:cNvSpPr txBox="1">
            <a:spLocks noChangeArrowheads="1"/>
          </p:cNvSpPr>
          <p:nvPr/>
        </p:nvSpPr>
        <p:spPr bwMode="auto">
          <a:xfrm>
            <a:off x="1571625" y="2130425"/>
            <a:ext cx="54943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2.4 Exemplo do Método do custo-benefício (C/B)</a:t>
            </a:r>
          </a:p>
        </p:txBody>
      </p:sp>
      <p:sp>
        <p:nvSpPr>
          <p:cNvPr id="3079" name="Espaço Reservado para Número de Slide 7">
            <a:extLst>
              <a:ext uri="{FF2B5EF4-FFF2-40B4-BE49-F238E27FC236}">
                <a16:creationId xmlns:a16="http://schemas.microsoft.com/office/drawing/2014/main" id="{A1868D22-2FE7-4E97-A5DC-EE32C64E005B}"/>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8CCCDF61-226D-4801-9BC2-CA51356B5E8C}" type="slidenum">
              <a:rPr lang="pt-BR" altLang="pt-BR">
                <a:solidFill>
                  <a:srgbClr val="2C5DAA"/>
                </a:solidFill>
                <a:latin typeface="Calibri" panose="020F0502020204030204" pitchFamily="34" charset="0"/>
              </a:rPr>
              <a:pPr eaLnBrk="1" hangingPunct="1"/>
              <a:t>14</a:t>
            </a:fld>
            <a:endParaRPr lang="pt-BR" altLang="pt-BR">
              <a:solidFill>
                <a:srgbClr val="2C5DAA"/>
              </a:solidFill>
              <a:latin typeface="Calibri" panose="020F0502020204030204" pitchFamily="34" charset="0"/>
            </a:endParaRPr>
          </a:p>
        </p:txBody>
      </p:sp>
      <p:sp>
        <p:nvSpPr>
          <p:cNvPr id="4106" name="CaixaDeTexto 7">
            <a:extLst>
              <a:ext uri="{FF2B5EF4-FFF2-40B4-BE49-F238E27FC236}">
                <a16:creationId xmlns:a16="http://schemas.microsoft.com/office/drawing/2014/main" id="{B9223F1E-FEE2-B0B0-4A9B-6ED1494B23E4}"/>
              </a:ext>
            </a:extLst>
          </p:cNvPr>
          <p:cNvSpPr txBox="1">
            <a:spLocks noChangeArrowheads="1"/>
          </p:cNvSpPr>
          <p:nvPr/>
        </p:nvSpPr>
        <p:spPr bwMode="auto">
          <a:xfrm>
            <a:off x="4538663" y="142875"/>
            <a:ext cx="44624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Capítulo 2</a:t>
            </a:r>
            <a:r>
              <a:rPr lang="pt-BR" altLang="pt-BR">
                <a:solidFill>
                  <a:srgbClr val="F2F2F2"/>
                </a:solidFill>
              </a:rPr>
              <a:t> | Métodos e critérios de decisão na análise de investimentos de capital</a:t>
            </a:r>
          </a:p>
          <a:p>
            <a:pPr eaLnBrk="1" hangingPunct="1"/>
            <a:endParaRPr lang="pt-BR" altLang="pt-BR">
              <a:solidFill>
                <a:srgbClr val="F12130"/>
              </a:solidFill>
            </a:endParaRPr>
          </a:p>
        </p:txBody>
      </p:sp>
      <p:graphicFrame>
        <p:nvGraphicFramePr>
          <p:cNvPr id="4098" name="Object 2">
            <a:extLst>
              <a:ext uri="{FF2B5EF4-FFF2-40B4-BE49-F238E27FC236}">
                <a16:creationId xmlns:a16="http://schemas.microsoft.com/office/drawing/2014/main" id="{462E1F9D-3551-468E-5022-D24F1AA4D684}"/>
              </a:ext>
            </a:extLst>
          </p:cNvPr>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4" imgW="914400" imgH="215640" progId="Equation.3">
                  <p:embed/>
                </p:oleObj>
              </mc:Choice>
              <mc:Fallback>
                <p:oleObj name="Equation" r:id="rId4" imgW="914400" imgH="21564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9" name="Object 3">
            <a:extLst>
              <a:ext uri="{FF2B5EF4-FFF2-40B4-BE49-F238E27FC236}">
                <a16:creationId xmlns:a16="http://schemas.microsoft.com/office/drawing/2014/main" id="{36BA041F-B3E2-5237-9292-30C1D0B4246D}"/>
              </a:ext>
            </a:extLst>
          </p:cNvPr>
          <p:cNvGraphicFramePr>
            <a:graphicFrameLocks noChangeAspect="1"/>
          </p:cNvGraphicFramePr>
          <p:nvPr/>
        </p:nvGraphicFramePr>
        <p:xfrm>
          <a:off x="1643063" y="3714750"/>
          <a:ext cx="4643437" cy="714375"/>
        </p:xfrm>
        <a:graphic>
          <a:graphicData uri="http://schemas.openxmlformats.org/presentationml/2006/ole">
            <mc:AlternateContent xmlns:mc="http://schemas.openxmlformats.org/markup-compatibility/2006">
              <mc:Choice xmlns:v="urn:schemas-microsoft-com:vml" Requires="v">
                <p:oleObj name="Equation" r:id="rId6" imgW="3619440" imgH="596880" progId="Equation.3">
                  <p:embed/>
                </p:oleObj>
              </mc:Choice>
              <mc:Fallback>
                <p:oleObj name="Equation" r:id="rId6" imgW="3619440" imgH="59688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43063" y="3714750"/>
                        <a:ext cx="4643437"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7" name="CaixaDeTexto 6">
            <a:extLst>
              <a:ext uri="{FF2B5EF4-FFF2-40B4-BE49-F238E27FC236}">
                <a16:creationId xmlns:a16="http://schemas.microsoft.com/office/drawing/2014/main" id="{79531184-1BE1-757A-D869-12EA960A84E2}"/>
              </a:ext>
            </a:extLst>
          </p:cNvPr>
          <p:cNvSpPr txBox="1">
            <a:spLocks noChangeArrowheads="1"/>
          </p:cNvSpPr>
          <p:nvPr/>
        </p:nvSpPr>
        <p:spPr bwMode="auto">
          <a:xfrm>
            <a:off x="1571625" y="4857750"/>
            <a:ext cx="67151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solidFill>
                  <a:srgbClr val="000000"/>
                </a:solidFill>
              </a:rPr>
              <a:t>Um índice C/B maior que 1 indica que o projeto é economicamente viável.</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3554" name="CaixaDeTexto 3">
            <a:extLst>
              <a:ext uri="{FF2B5EF4-FFF2-40B4-BE49-F238E27FC236}">
                <a16:creationId xmlns:a16="http://schemas.microsoft.com/office/drawing/2014/main" id="{661B27AC-CDFF-98AA-655F-18D73F8FAEF5}"/>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23555" name="CaixaDeTexto 6">
            <a:extLst>
              <a:ext uri="{FF2B5EF4-FFF2-40B4-BE49-F238E27FC236}">
                <a16:creationId xmlns:a16="http://schemas.microsoft.com/office/drawing/2014/main" id="{91CA31E0-D2EF-B18D-06E3-7BE9D776D26A}"/>
              </a:ext>
            </a:extLst>
          </p:cNvPr>
          <p:cNvSpPr txBox="1">
            <a:spLocks noChangeArrowheads="1"/>
          </p:cNvSpPr>
          <p:nvPr/>
        </p:nvSpPr>
        <p:spPr bwMode="auto">
          <a:xfrm>
            <a:off x="1571625" y="2681288"/>
            <a:ext cx="6715125"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lnSpc>
                <a:spcPct val="150000"/>
              </a:lnSpc>
            </a:pPr>
            <a:r>
              <a:rPr lang="pt-BR" altLang="pt-BR" sz="1600"/>
              <a:t>É essencial que qualquer estudo sobre aplicação de capital seja realizado dentro de um horizonte de planejamento uniforme, ou seja, para que os projetos possam ser objeto de comparação, é necessário que sejam comparáveis no tempo. Embora seja uma ferramenta útil para avaliar alternativas de investimento, o VPL não responde a todas as perguntas sobre a vantagem econômica de uma alternativa em relação a outra que tenha duração prevista diferente.</a:t>
            </a:r>
          </a:p>
        </p:txBody>
      </p:sp>
      <p:sp>
        <p:nvSpPr>
          <p:cNvPr id="23556" name="CaixaDeTexto 10">
            <a:extLst>
              <a:ext uri="{FF2B5EF4-FFF2-40B4-BE49-F238E27FC236}">
                <a16:creationId xmlns:a16="http://schemas.microsoft.com/office/drawing/2014/main" id="{DE47F365-75D1-028A-1004-1E1ACC260898}"/>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23557" name="CaixaDeTexto 12">
            <a:extLst>
              <a:ext uri="{FF2B5EF4-FFF2-40B4-BE49-F238E27FC236}">
                <a16:creationId xmlns:a16="http://schemas.microsoft.com/office/drawing/2014/main" id="{86EDA545-90D3-874E-6349-A1CCC1564272}"/>
              </a:ext>
            </a:extLst>
          </p:cNvPr>
          <p:cNvSpPr txBox="1">
            <a:spLocks noChangeArrowheads="1"/>
          </p:cNvSpPr>
          <p:nvPr/>
        </p:nvSpPr>
        <p:spPr bwMode="auto">
          <a:xfrm>
            <a:off x="1571625" y="2130425"/>
            <a:ext cx="57245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2.5 Método da anuidade uniforme equivalente (AE)</a:t>
            </a:r>
          </a:p>
        </p:txBody>
      </p:sp>
      <p:sp>
        <p:nvSpPr>
          <p:cNvPr id="3079" name="Espaço Reservado para Número de Slide 7">
            <a:extLst>
              <a:ext uri="{FF2B5EF4-FFF2-40B4-BE49-F238E27FC236}">
                <a16:creationId xmlns:a16="http://schemas.microsoft.com/office/drawing/2014/main" id="{5C5FA4B1-FF6E-67C6-F8E2-BF2CDF254B50}"/>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2941B4E7-0B59-4ADE-B5CA-833E32EC6A7E}" type="slidenum">
              <a:rPr lang="pt-BR" altLang="pt-BR">
                <a:solidFill>
                  <a:srgbClr val="2C5DAA"/>
                </a:solidFill>
                <a:latin typeface="Calibri" panose="020F0502020204030204" pitchFamily="34" charset="0"/>
              </a:rPr>
              <a:pPr eaLnBrk="1" hangingPunct="1"/>
              <a:t>15</a:t>
            </a:fld>
            <a:endParaRPr lang="pt-BR" altLang="pt-BR">
              <a:solidFill>
                <a:srgbClr val="2C5DAA"/>
              </a:solidFill>
              <a:latin typeface="Calibri" panose="020F0502020204030204" pitchFamily="34" charset="0"/>
            </a:endParaRPr>
          </a:p>
        </p:txBody>
      </p:sp>
      <p:sp>
        <p:nvSpPr>
          <p:cNvPr id="8" name="CaixaDeTexto 7">
            <a:extLst>
              <a:ext uri="{FF2B5EF4-FFF2-40B4-BE49-F238E27FC236}">
                <a16:creationId xmlns:a16="http://schemas.microsoft.com/office/drawing/2014/main" id="{25CB6715-591B-0BCD-4A85-B8266923ABEC}"/>
              </a:ext>
            </a:extLst>
          </p:cNvPr>
          <p:cNvSpPr txBox="1"/>
          <p:nvPr/>
        </p:nvSpPr>
        <p:spPr>
          <a:xfrm>
            <a:off x="4538663" y="142875"/>
            <a:ext cx="4462462" cy="1200150"/>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de decisão na análise de investimentos de capital</a:t>
            </a:r>
          </a:p>
          <a:p>
            <a:pPr fontAlgn="auto">
              <a:spcBef>
                <a:spcPts val="0"/>
              </a:spcBef>
              <a:spcAft>
                <a:spcPts val="0"/>
              </a:spcAft>
              <a:defRPr/>
            </a:pPr>
            <a:endParaRPr lang="pt-BR" dirty="0">
              <a:solidFill>
                <a:srgbClr val="F12130"/>
              </a:solidFill>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4578" name="CaixaDeTexto 3">
            <a:extLst>
              <a:ext uri="{FF2B5EF4-FFF2-40B4-BE49-F238E27FC236}">
                <a16:creationId xmlns:a16="http://schemas.microsoft.com/office/drawing/2014/main" id="{E1456B4B-5C47-0801-CC20-6779E06531A5}"/>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24579" name="CaixaDeTexto 6">
            <a:extLst>
              <a:ext uri="{FF2B5EF4-FFF2-40B4-BE49-F238E27FC236}">
                <a16:creationId xmlns:a16="http://schemas.microsoft.com/office/drawing/2014/main" id="{2F570B49-476F-3208-09C3-3E00C0B0C8F0}"/>
              </a:ext>
            </a:extLst>
          </p:cNvPr>
          <p:cNvSpPr txBox="1">
            <a:spLocks noChangeArrowheads="1"/>
          </p:cNvSpPr>
          <p:nvPr/>
        </p:nvSpPr>
        <p:spPr bwMode="auto">
          <a:xfrm>
            <a:off x="1571625" y="2681288"/>
            <a:ext cx="6715125"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t>A anuidade equivalente (AE) pode ser calculada por meio da seguinte expressão:</a:t>
            </a:r>
          </a:p>
        </p:txBody>
      </p:sp>
      <p:sp>
        <p:nvSpPr>
          <p:cNvPr id="24580" name="CaixaDeTexto 10">
            <a:extLst>
              <a:ext uri="{FF2B5EF4-FFF2-40B4-BE49-F238E27FC236}">
                <a16:creationId xmlns:a16="http://schemas.microsoft.com/office/drawing/2014/main" id="{DF9F502B-0C05-15D3-0D91-01899948B722}"/>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24581" name="CaixaDeTexto 12">
            <a:extLst>
              <a:ext uri="{FF2B5EF4-FFF2-40B4-BE49-F238E27FC236}">
                <a16:creationId xmlns:a16="http://schemas.microsoft.com/office/drawing/2014/main" id="{6BB85082-55AD-7EAE-4454-25EB55B307C4}"/>
              </a:ext>
            </a:extLst>
          </p:cNvPr>
          <p:cNvSpPr txBox="1">
            <a:spLocks noChangeArrowheads="1"/>
          </p:cNvSpPr>
          <p:nvPr/>
        </p:nvSpPr>
        <p:spPr bwMode="auto">
          <a:xfrm>
            <a:off x="1571625" y="2130425"/>
            <a:ext cx="57245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2.5 Método da anuidade uniforme equivalente (AE)</a:t>
            </a:r>
          </a:p>
        </p:txBody>
      </p:sp>
      <p:sp>
        <p:nvSpPr>
          <p:cNvPr id="3079" name="Espaço Reservado para Número de Slide 7">
            <a:extLst>
              <a:ext uri="{FF2B5EF4-FFF2-40B4-BE49-F238E27FC236}">
                <a16:creationId xmlns:a16="http://schemas.microsoft.com/office/drawing/2014/main" id="{A6093949-FB23-7EC8-7E44-216594392468}"/>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04C4367E-6EF0-4AE8-9187-610E37A96AA3}" type="slidenum">
              <a:rPr lang="pt-BR" altLang="pt-BR">
                <a:solidFill>
                  <a:srgbClr val="2C5DAA"/>
                </a:solidFill>
                <a:latin typeface="Calibri" panose="020F0502020204030204" pitchFamily="34" charset="0"/>
              </a:rPr>
              <a:pPr eaLnBrk="1" hangingPunct="1"/>
              <a:t>16</a:t>
            </a:fld>
            <a:endParaRPr lang="pt-BR" altLang="pt-BR">
              <a:solidFill>
                <a:srgbClr val="2C5DAA"/>
              </a:solidFill>
              <a:latin typeface="Calibri" panose="020F0502020204030204" pitchFamily="34" charset="0"/>
            </a:endParaRPr>
          </a:p>
        </p:txBody>
      </p:sp>
      <p:pic>
        <p:nvPicPr>
          <p:cNvPr id="2" name="Picture 3">
            <a:extLst>
              <a:ext uri="{FF2B5EF4-FFF2-40B4-BE49-F238E27FC236}">
                <a16:creationId xmlns:a16="http://schemas.microsoft.com/office/drawing/2014/main" id="{FD6F3BD7-C5D5-C18B-172C-F0F5FCEC3933}"/>
              </a:ext>
            </a:extLst>
          </p:cNvPr>
          <p:cNvPicPr>
            <a:picLocks noChangeAspect="1" noChangeArrowheads="1"/>
          </p:cNvPicPr>
          <p:nvPr/>
        </p:nvPicPr>
        <p:blipFill>
          <a:blip r:embed="rId4"/>
          <a:srcRect l="17744" t="46040" r="30635" b="33902"/>
          <a:stretch>
            <a:fillRect/>
          </a:stretch>
        </p:blipFill>
        <p:spPr bwMode="auto">
          <a:xfrm>
            <a:off x="1928813" y="4429125"/>
            <a:ext cx="5000625" cy="1214438"/>
          </a:xfrm>
          <a:prstGeom prst="rect">
            <a:avLst/>
          </a:prstGeom>
          <a:ln>
            <a:noFill/>
          </a:ln>
          <a:effectLst>
            <a:outerShdw blurRad="292100" dist="139700" dir="2700000" algn="tl" rotWithShape="0">
              <a:srgbClr val="333333">
                <a:alpha val="65000"/>
              </a:srgbClr>
            </a:outerShdw>
          </a:effectLst>
        </p:spPr>
      </p:pic>
      <p:pic>
        <p:nvPicPr>
          <p:cNvPr id="11" name="Picture 2">
            <a:extLst>
              <a:ext uri="{FF2B5EF4-FFF2-40B4-BE49-F238E27FC236}">
                <a16:creationId xmlns:a16="http://schemas.microsoft.com/office/drawing/2014/main" id="{ED6EE597-4FF7-7DFE-94D5-1F8A885C70F7}"/>
              </a:ext>
            </a:extLst>
          </p:cNvPr>
          <p:cNvPicPr>
            <a:picLocks noChangeAspect="1" noChangeArrowheads="1"/>
          </p:cNvPicPr>
          <p:nvPr/>
        </p:nvPicPr>
        <p:blipFill>
          <a:blip r:embed="rId5"/>
          <a:srcRect l="47461" t="29062" r="43164" b="61563"/>
          <a:stretch>
            <a:fillRect/>
          </a:stretch>
        </p:blipFill>
        <p:spPr bwMode="auto">
          <a:xfrm>
            <a:off x="3957638" y="3517900"/>
            <a:ext cx="900112" cy="563563"/>
          </a:xfrm>
          <a:prstGeom prst="rect">
            <a:avLst/>
          </a:prstGeom>
          <a:ln>
            <a:noFill/>
          </a:ln>
          <a:effectLst>
            <a:outerShdw blurRad="292100" dist="139700" dir="2700000" algn="tl" rotWithShape="0">
              <a:srgbClr val="333333">
                <a:alpha val="65000"/>
              </a:srgbClr>
            </a:outerShdw>
          </a:effectLst>
        </p:spPr>
      </p:pic>
      <p:sp>
        <p:nvSpPr>
          <p:cNvPr id="12" name="CaixaDeTexto 11">
            <a:extLst>
              <a:ext uri="{FF2B5EF4-FFF2-40B4-BE49-F238E27FC236}">
                <a16:creationId xmlns:a16="http://schemas.microsoft.com/office/drawing/2014/main" id="{3674CA63-AC6A-B14C-F10B-316DD9B9A005}"/>
              </a:ext>
            </a:extLst>
          </p:cNvPr>
          <p:cNvSpPr txBox="1"/>
          <p:nvPr/>
        </p:nvSpPr>
        <p:spPr>
          <a:xfrm>
            <a:off x="4538663" y="142875"/>
            <a:ext cx="4462462" cy="1200150"/>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de decisão na análise de investimentos de capital</a:t>
            </a:r>
          </a:p>
          <a:p>
            <a:pPr fontAlgn="auto">
              <a:spcBef>
                <a:spcPts val="0"/>
              </a:spcBef>
              <a:spcAft>
                <a:spcPts val="0"/>
              </a:spcAft>
              <a:defRPr/>
            </a:pPr>
            <a:endParaRPr lang="pt-BR" dirty="0">
              <a:solidFill>
                <a:srgbClr val="F12130"/>
              </a:solidFill>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5602" name="CaixaDeTexto 3">
            <a:extLst>
              <a:ext uri="{FF2B5EF4-FFF2-40B4-BE49-F238E27FC236}">
                <a16:creationId xmlns:a16="http://schemas.microsoft.com/office/drawing/2014/main" id="{348FE12C-A43A-FDB9-68D6-9372487F69C6}"/>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25603" name="CaixaDeTexto 6">
            <a:extLst>
              <a:ext uri="{FF2B5EF4-FFF2-40B4-BE49-F238E27FC236}">
                <a16:creationId xmlns:a16="http://schemas.microsoft.com/office/drawing/2014/main" id="{6E784269-72AD-5AFB-63C9-D0B4363D2E13}"/>
              </a:ext>
            </a:extLst>
          </p:cNvPr>
          <p:cNvSpPr txBox="1">
            <a:spLocks noChangeArrowheads="1"/>
          </p:cNvSpPr>
          <p:nvPr/>
        </p:nvSpPr>
        <p:spPr bwMode="auto">
          <a:xfrm>
            <a:off x="1571625" y="2681288"/>
            <a:ext cx="6715125" cy="115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t>Veja o exemplo abaixo em que </a:t>
            </a:r>
            <a:r>
              <a:rPr lang="pt-BR" altLang="pt-BR" sz="1600" b="1"/>
              <a:t>A</a:t>
            </a:r>
            <a:r>
              <a:rPr lang="pt-BR" altLang="pt-BR" sz="1600"/>
              <a:t> e </a:t>
            </a:r>
            <a:r>
              <a:rPr lang="pt-BR" altLang="pt-BR" sz="1600" b="1"/>
              <a:t>B</a:t>
            </a:r>
            <a:r>
              <a:rPr lang="pt-BR" altLang="pt-BR" sz="1600"/>
              <a:t> poderiam ser tipos de equipamentos que executam a mesma tarefa, tendo </a:t>
            </a:r>
            <a:r>
              <a:rPr lang="pt-BR" altLang="pt-BR" sz="1600" b="1"/>
              <a:t>A</a:t>
            </a:r>
            <a:r>
              <a:rPr lang="pt-BR" altLang="pt-BR" sz="1600"/>
              <a:t> vida útil de um ano, e </a:t>
            </a:r>
            <a:r>
              <a:rPr lang="pt-BR" altLang="pt-BR" sz="1600" b="1"/>
              <a:t>B</a:t>
            </a:r>
            <a:r>
              <a:rPr lang="pt-BR" altLang="pt-BR" sz="1600"/>
              <a:t>, de três anos:</a:t>
            </a:r>
          </a:p>
        </p:txBody>
      </p:sp>
      <p:sp>
        <p:nvSpPr>
          <p:cNvPr id="25604" name="CaixaDeTexto 10">
            <a:extLst>
              <a:ext uri="{FF2B5EF4-FFF2-40B4-BE49-F238E27FC236}">
                <a16:creationId xmlns:a16="http://schemas.microsoft.com/office/drawing/2014/main" id="{5381DCC2-860A-95E0-537A-FE2272D6A9A6}"/>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25605" name="CaixaDeTexto 12">
            <a:extLst>
              <a:ext uri="{FF2B5EF4-FFF2-40B4-BE49-F238E27FC236}">
                <a16:creationId xmlns:a16="http://schemas.microsoft.com/office/drawing/2014/main" id="{45E51B97-ED68-4D53-72B8-027E81DE562E}"/>
              </a:ext>
            </a:extLst>
          </p:cNvPr>
          <p:cNvSpPr txBox="1">
            <a:spLocks noChangeArrowheads="1"/>
          </p:cNvSpPr>
          <p:nvPr/>
        </p:nvSpPr>
        <p:spPr bwMode="auto">
          <a:xfrm>
            <a:off x="1571625" y="2130425"/>
            <a:ext cx="58658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600" b="1">
                <a:solidFill>
                  <a:srgbClr val="2C5DAA"/>
                </a:solidFill>
              </a:rPr>
              <a:t>Fluxo de caixa de duas alternativas com prazos diferentes</a:t>
            </a:r>
          </a:p>
        </p:txBody>
      </p:sp>
      <p:sp>
        <p:nvSpPr>
          <p:cNvPr id="3079" name="Espaço Reservado para Número de Slide 7">
            <a:extLst>
              <a:ext uri="{FF2B5EF4-FFF2-40B4-BE49-F238E27FC236}">
                <a16:creationId xmlns:a16="http://schemas.microsoft.com/office/drawing/2014/main" id="{B8DBC52F-C7D0-419D-C424-AD4A5D1EC532}"/>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083D0022-8BB4-4F1A-9B1E-9EDCB28B769E}" type="slidenum">
              <a:rPr lang="pt-BR" altLang="pt-BR">
                <a:solidFill>
                  <a:srgbClr val="2C5DAA"/>
                </a:solidFill>
                <a:latin typeface="Calibri" panose="020F0502020204030204" pitchFamily="34" charset="0"/>
              </a:rPr>
              <a:pPr eaLnBrk="1" hangingPunct="1"/>
              <a:t>17</a:t>
            </a:fld>
            <a:endParaRPr lang="pt-BR" altLang="pt-BR">
              <a:solidFill>
                <a:srgbClr val="2C5DAA"/>
              </a:solidFill>
              <a:latin typeface="Calibri" panose="020F0502020204030204" pitchFamily="34" charset="0"/>
            </a:endParaRPr>
          </a:p>
        </p:txBody>
      </p:sp>
      <p:pic>
        <p:nvPicPr>
          <p:cNvPr id="1026" name="Picture 2">
            <a:extLst>
              <a:ext uri="{FF2B5EF4-FFF2-40B4-BE49-F238E27FC236}">
                <a16:creationId xmlns:a16="http://schemas.microsoft.com/office/drawing/2014/main" id="{4DA39981-9B74-F9E7-CD7A-AC8C20F9DDD1}"/>
              </a:ext>
            </a:extLst>
          </p:cNvPr>
          <p:cNvPicPr>
            <a:picLocks noChangeAspect="1" noChangeArrowheads="1"/>
          </p:cNvPicPr>
          <p:nvPr/>
        </p:nvPicPr>
        <p:blipFill>
          <a:blip r:embed="rId4"/>
          <a:srcRect l="23958" t="53334" r="25000" b="24166"/>
          <a:stretch>
            <a:fillRect/>
          </a:stretch>
        </p:blipFill>
        <p:spPr bwMode="auto">
          <a:xfrm>
            <a:off x="2008188" y="3924300"/>
            <a:ext cx="5778500" cy="1592263"/>
          </a:xfrm>
          <a:prstGeom prst="rect">
            <a:avLst/>
          </a:prstGeom>
          <a:ln>
            <a:noFill/>
          </a:ln>
          <a:effectLst>
            <a:outerShdw blurRad="292100" dist="139700" dir="2700000" algn="tl" rotWithShape="0">
              <a:srgbClr val="333333">
                <a:alpha val="65000"/>
              </a:srgbClr>
            </a:outerShdw>
          </a:effectLst>
        </p:spPr>
      </p:pic>
      <p:sp>
        <p:nvSpPr>
          <p:cNvPr id="9" name="CaixaDeTexto 8">
            <a:extLst>
              <a:ext uri="{FF2B5EF4-FFF2-40B4-BE49-F238E27FC236}">
                <a16:creationId xmlns:a16="http://schemas.microsoft.com/office/drawing/2014/main" id="{189E8194-6BCD-A15B-4AB3-838C2BB8FCA8}"/>
              </a:ext>
            </a:extLst>
          </p:cNvPr>
          <p:cNvSpPr txBox="1"/>
          <p:nvPr/>
        </p:nvSpPr>
        <p:spPr>
          <a:xfrm>
            <a:off x="4538663" y="142875"/>
            <a:ext cx="4462462" cy="1200150"/>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de decisão na análise de investimentos de capital</a:t>
            </a:r>
          </a:p>
          <a:p>
            <a:pPr fontAlgn="auto">
              <a:spcBef>
                <a:spcPts val="0"/>
              </a:spcBef>
              <a:spcAft>
                <a:spcPts val="0"/>
              </a:spcAft>
              <a:defRPr/>
            </a:pPr>
            <a:endParaRPr lang="pt-BR" dirty="0">
              <a:solidFill>
                <a:srgbClr val="F12130"/>
              </a:solidFill>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6626" name="CaixaDeTexto 3">
            <a:extLst>
              <a:ext uri="{FF2B5EF4-FFF2-40B4-BE49-F238E27FC236}">
                <a16:creationId xmlns:a16="http://schemas.microsoft.com/office/drawing/2014/main" id="{9AB5656A-6B7A-69D2-DC4A-8E86DB9D5CF7}"/>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26627" name="CaixaDeTexto 6">
            <a:extLst>
              <a:ext uri="{FF2B5EF4-FFF2-40B4-BE49-F238E27FC236}">
                <a16:creationId xmlns:a16="http://schemas.microsoft.com/office/drawing/2014/main" id="{258CC413-AB34-6930-6B1B-7243D89FEF20}"/>
              </a:ext>
            </a:extLst>
          </p:cNvPr>
          <p:cNvSpPr txBox="1">
            <a:spLocks noChangeArrowheads="1"/>
          </p:cNvSpPr>
          <p:nvPr/>
        </p:nvSpPr>
        <p:spPr bwMode="auto">
          <a:xfrm>
            <a:off x="1571625" y="2500313"/>
            <a:ext cx="67151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t>Adequa-se a alternativa A ao fluxo de caixa da alternativa B, igualando-se os horizontes econômicos. </a:t>
            </a:r>
          </a:p>
        </p:txBody>
      </p:sp>
      <p:sp>
        <p:nvSpPr>
          <p:cNvPr id="10" name="CaixaDeTexto 9">
            <a:extLst>
              <a:ext uri="{FF2B5EF4-FFF2-40B4-BE49-F238E27FC236}">
                <a16:creationId xmlns:a16="http://schemas.microsoft.com/office/drawing/2014/main" id="{2076776D-8010-8F38-B7C8-2C0052DD445D}"/>
              </a:ext>
            </a:extLst>
          </p:cNvPr>
          <p:cNvSpPr txBox="1"/>
          <p:nvPr/>
        </p:nvSpPr>
        <p:spPr>
          <a:xfrm>
            <a:off x="4538663" y="142875"/>
            <a:ext cx="4391025" cy="646113"/>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na análise de investimentos de capital</a:t>
            </a:r>
          </a:p>
        </p:txBody>
      </p:sp>
      <p:sp>
        <p:nvSpPr>
          <p:cNvPr id="26629" name="CaixaDeTexto 10">
            <a:extLst>
              <a:ext uri="{FF2B5EF4-FFF2-40B4-BE49-F238E27FC236}">
                <a16:creationId xmlns:a16="http://schemas.microsoft.com/office/drawing/2014/main" id="{30F7D48B-6C4F-FE33-4F73-FF0E93F7B204}"/>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26630" name="CaixaDeTexto 12">
            <a:extLst>
              <a:ext uri="{FF2B5EF4-FFF2-40B4-BE49-F238E27FC236}">
                <a16:creationId xmlns:a16="http://schemas.microsoft.com/office/drawing/2014/main" id="{482C03D1-597F-38F9-0F3A-EC429D2A88C7}"/>
              </a:ext>
            </a:extLst>
          </p:cNvPr>
          <p:cNvSpPr txBox="1">
            <a:spLocks noChangeArrowheads="1"/>
          </p:cNvSpPr>
          <p:nvPr/>
        </p:nvSpPr>
        <p:spPr bwMode="auto">
          <a:xfrm>
            <a:off x="1571625" y="2130425"/>
            <a:ext cx="58658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600" b="1">
                <a:solidFill>
                  <a:srgbClr val="2C5DAA"/>
                </a:solidFill>
              </a:rPr>
              <a:t>Fluxo de caixa de duas alternativas com prazos diferentes</a:t>
            </a:r>
          </a:p>
        </p:txBody>
      </p:sp>
      <p:sp>
        <p:nvSpPr>
          <p:cNvPr id="3079" name="Espaço Reservado para Número de Slide 7">
            <a:extLst>
              <a:ext uri="{FF2B5EF4-FFF2-40B4-BE49-F238E27FC236}">
                <a16:creationId xmlns:a16="http://schemas.microsoft.com/office/drawing/2014/main" id="{29504B98-EB3F-FF71-11CA-0527DA1BB566}"/>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A4E6D72E-9712-4528-94E5-EDCAD13951B9}" type="slidenum">
              <a:rPr lang="pt-BR" altLang="pt-BR">
                <a:solidFill>
                  <a:srgbClr val="2C5DAA"/>
                </a:solidFill>
                <a:latin typeface="Calibri" panose="020F0502020204030204" pitchFamily="34" charset="0"/>
              </a:rPr>
              <a:pPr eaLnBrk="1" hangingPunct="1"/>
              <a:t>18</a:t>
            </a:fld>
            <a:endParaRPr lang="pt-BR" altLang="pt-BR">
              <a:solidFill>
                <a:srgbClr val="2C5DAA"/>
              </a:solidFill>
              <a:latin typeface="Calibri" panose="020F0502020204030204" pitchFamily="34" charset="0"/>
            </a:endParaRPr>
          </a:p>
        </p:txBody>
      </p:sp>
      <p:graphicFrame>
        <p:nvGraphicFramePr>
          <p:cNvPr id="8" name="Tabela 7">
            <a:extLst>
              <a:ext uri="{FF2B5EF4-FFF2-40B4-BE49-F238E27FC236}">
                <a16:creationId xmlns:a16="http://schemas.microsoft.com/office/drawing/2014/main" id="{5309616E-95C7-D9AB-2FCE-743800B5D3E6}"/>
              </a:ext>
            </a:extLst>
          </p:cNvPr>
          <p:cNvGraphicFramePr>
            <a:graphicFrameLocks noGrp="1"/>
          </p:cNvGraphicFramePr>
          <p:nvPr/>
        </p:nvGraphicFramePr>
        <p:xfrm>
          <a:off x="1571625" y="3500438"/>
          <a:ext cx="6477000" cy="1381378"/>
        </p:xfrm>
        <a:graphic>
          <a:graphicData uri="http://schemas.openxmlformats.org/drawingml/2006/table">
            <a:tbl>
              <a:tblPr firstRow="1" bandRow="1">
                <a:tableStyleId>{5C22544A-7EE6-4342-B048-85BDC9FD1C3A}</a:tableStyleId>
              </a:tblPr>
              <a:tblGrid>
                <a:gridCol w="1079500">
                  <a:extLst>
                    <a:ext uri="{9D8B030D-6E8A-4147-A177-3AD203B41FA5}">
                      <a16:colId xmlns:a16="http://schemas.microsoft.com/office/drawing/2014/main" val="20000"/>
                    </a:ext>
                  </a:extLst>
                </a:gridCol>
                <a:gridCol w="1079500">
                  <a:extLst>
                    <a:ext uri="{9D8B030D-6E8A-4147-A177-3AD203B41FA5}">
                      <a16:colId xmlns:a16="http://schemas.microsoft.com/office/drawing/2014/main" val="20001"/>
                    </a:ext>
                  </a:extLst>
                </a:gridCol>
                <a:gridCol w="1079500">
                  <a:extLst>
                    <a:ext uri="{9D8B030D-6E8A-4147-A177-3AD203B41FA5}">
                      <a16:colId xmlns:a16="http://schemas.microsoft.com/office/drawing/2014/main" val="20002"/>
                    </a:ext>
                  </a:extLst>
                </a:gridCol>
                <a:gridCol w="1079500">
                  <a:extLst>
                    <a:ext uri="{9D8B030D-6E8A-4147-A177-3AD203B41FA5}">
                      <a16:colId xmlns:a16="http://schemas.microsoft.com/office/drawing/2014/main" val="20003"/>
                    </a:ext>
                  </a:extLst>
                </a:gridCol>
                <a:gridCol w="1079500">
                  <a:extLst>
                    <a:ext uri="{9D8B030D-6E8A-4147-A177-3AD203B41FA5}">
                      <a16:colId xmlns:a16="http://schemas.microsoft.com/office/drawing/2014/main" val="20004"/>
                    </a:ext>
                  </a:extLst>
                </a:gridCol>
                <a:gridCol w="1079500">
                  <a:extLst>
                    <a:ext uri="{9D8B030D-6E8A-4147-A177-3AD203B41FA5}">
                      <a16:colId xmlns:a16="http://schemas.microsoft.com/office/drawing/2014/main" val="20005"/>
                    </a:ext>
                  </a:extLst>
                </a:gridCol>
              </a:tblGrid>
              <a:tr h="370670">
                <a:tc>
                  <a:txBody>
                    <a:bodyPr/>
                    <a:lstStyle/>
                    <a:p>
                      <a:r>
                        <a:rPr lang="pt-BR" sz="1400" dirty="0"/>
                        <a:t>Valor $</a:t>
                      </a:r>
                    </a:p>
                  </a:txBody>
                  <a:tcPr marT="45699" marB="45699"/>
                </a:tc>
                <a:tc>
                  <a:txBody>
                    <a:bodyPr/>
                    <a:lstStyle/>
                    <a:p>
                      <a:r>
                        <a:rPr lang="pt-BR" sz="1400" dirty="0"/>
                        <a:t>Ano  0</a:t>
                      </a:r>
                    </a:p>
                  </a:txBody>
                  <a:tcPr marT="45699" marB="45699"/>
                </a:tc>
                <a:tc>
                  <a:txBody>
                    <a:bodyPr/>
                    <a:lstStyle/>
                    <a:p>
                      <a:r>
                        <a:rPr lang="pt-BR" sz="1400" dirty="0"/>
                        <a:t>Ano 1</a:t>
                      </a:r>
                    </a:p>
                  </a:txBody>
                  <a:tcPr marT="45699" marB="45699"/>
                </a:tc>
                <a:tc>
                  <a:txBody>
                    <a:bodyPr/>
                    <a:lstStyle/>
                    <a:p>
                      <a:r>
                        <a:rPr lang="pt-BR" sz="1400" dirty="0"/>
                        <a:t>Ano 2</a:t>
                      </a:r>
                    </a:p>
                  </a:txBody>
                  <a:tcPr marT="45699" marB="45699"/>
                </a:tc>
                <a:tc>
                  <a:txBody>
                    <a:bodyPr/>
                    <a:lstStyle/>
                    <a:p>
                      <a:r>
                        <a:rPr lang="pt-BR" sz="1400" dirty="0"/>
                        <a:t>Ano 3</a:t>
                      </a:r>
                    </a:p>
                  </a:txBody>
                  <a:tcPr marT="45699" marB="45699"/>
                </a:tc>
                <a:tc>
                  <a:txBody>
                    <a:bodyPr/>
                    <a:lstStyle/>
                    <a:p>
                      <a:r>
                        <a:rPr lang="pt-BR" sz="1400" dirty="0"/>
                        <a:t>VPL(10%)</a:t>
                      </a:r>
                    </a:p>
                  </a:txBody>
                  <a:tcPr marT="45699" marB="45699"/>
                </a:tc>
                <a:extLst>
                  <a:ext uri="{0D108BD9-81ED-4DB2-BD59-A6C34878D82A}">
                    <a16:rowId xmlns:a16="http://schemas.microsoft.com/office/drawing/2014/main" val="10000"/>
                  </a:ext>
                </a:extLst>
              </a:tr>
              <a:tr h="639786">
                <a:tc>
                  <a:txBody>
                    <a:bodyPr/>
                    <a:lstStyle/>
                    <a:p>
                      <a:r>
                        <a:rPr lang="pt-BR" sz="1200" dirty="0"/>
                        <a:t>Fluxo A</a:t>
                      </a:r>
                    </a:p>
                    <a:p>
                      <a:r>
                        <a:rPr lang="pt-BR" sz="1200" dirty="0"/>
                        <a:t>1ª. Subst. A</a:t>
                      </a:r>
                    </a:p>
                    <a:p>
                      <a:r>
                        <a:rPr lang="pt-BR" sz="1200" dirty="0"/>
                        <a:t>2ª. Subst. A</a:t>
                      </a:r>
                    </a:p>
                  </a:txBody>
                  <a:tcPr marT="45699" marB="45699"/>
                </a:tc>
                <a:tc>
                  <a:txBody>
                    <a:bodyPr/>
                    <a:lstStyle/>
                    <a:p>
                      <a:r>
                        <a:rPr lang="pt-BR" sz="1200" dirty="0"/>
                        <a:t>-10</a:t>
                      </a:r>
                    </a:p>
                  </a:txBody>
                  <a:tcPr marT="45699" marB="45699"/>
                </a:tc>
                <a:tc>
                  <a:txBody>
                    <a:bodyPr/>
                    <a:lstStyle/>
                    <a:p>
                      <a:r>
                        <a:rPr lang="pt-BR" sz="1200" dirty="0"/>
                        <a:t>  13</a:t>
                      </a:r>
                    </a:p>
                    <a:p>
                      <a:pPr>
                        <a:buFontTx/>
                        <a:buChar char="-"/>
                      </a:pPr>
                      <a:r>
                        <a:rPr lang="pt-BR" sz="1200" dirty="0"/>
                        <a:t>10</a:t>
                      </a:r>
                    </a:p>
                  </a:txBody>
                  <a:tcPr marT="45699" marB="45699"/>
                </a:tc>
                <a:tc>
                  <a:txBody>
                    <a:bodyPr/>
                    <a:lstStyle/>
                    <a:p>
                      <a:endParaRPr lang="pt-BR" sz="1200" dirty="0"/>
                    </a:p>
                    <a:p>
                      <a:r>
                        <a:rPr lang="pt-BR" sz="1200" dirty="0"/>
                        <a:t>  13</a:t>
                      </a:r>
                    </a:p>
                    <a:p>
                      <a:pPr>
                        <a:buFontTx/>
                        <a:buChar char="-"/>
                      </a:pPr>
                      <a:r>
                        <a:rPr lang="pt-BR" sz="1200" dirty="0"/>
                        <a:t>10</a:t>
                      </a:r>
                    </a:p>
                  </a:txBody>
                  <a:tcPr marT="45699" marB="45699"/>
                </a:tc>
                <a:tc>
                  <a:txBody>
                    <a:bodyPr/>
                    <a:lstStyle/>
                    <a:p>
                      <a:endParaRPr lang="pt-BR" sz="1200" dirty="0"/>
                    </a:p>
                    <a:p>
                      <a:endParaRPr lang="pt-BR" sz="1200" dirty="0"/>
                    </a:p>
                    <a:p>
                      <a:r>
                        <a:rPr lang="pt-BR" sz="1200" dirty="0"/>
                        <a:t>13</a:t>
                      </a:r>
                    </a:p>
                  </a:txBody>
                  <a:tcPr marT="45699" marB="45699"/>
                </a:tc>
                <a:tc>
                  <a:txBody>
                    <a:bodyPr/>
                    <a:lstStyle/>
                    <a:p>
                      <a:endParaRPr lang="pt-BR" sz="1200"/>
                    </a:p>
                  </a:txBody>
                  <a:tcPr marT="45699" marB="45699"/>
                </a:tc>
                <a:extLst>
                  <a:ext uri="{0D108BD9-81ED-4DB2-BD59-A6C34878D82A}">
                    <a16:rowId xmlns:a16="http://schemas.microsoft.com/office/drawing/2014/main" val="10001"/>
                  </a:ext>
                </a:extLst>
              </a:tr>
              <a:tr h="370670">
                <a:tc>
                  <a:txBody>
                    <a:bodyPr/>
                    <a:lstStyle/>
                    <a:p>
                      <a:r>
                        <a:rPr lang="pt-BR" sz="1200" dirty="0"/>
                        <a:t>Fluxo cx </a:t>
                      </a:r>
                      <a:r>
                        <a:rPr lang="pt-BR" sz="1200" dirty="0" err="1"/>
                        <a:t>liq</a:t>
                      </a:r>
                      <a:endParaRPr lang="pt-BR" sz="1200" dirty="0"/>
                    </a:p>
                  </a:txBody>
                  <a:tcPr marT="45699" marB="45699"/>
                </a:tc>
                <a:tc>
                  <a:txBody>
                    <a:bodyPr/>
                    <a:lstStyle/>
                    <a:p>
                      <a:pPr>
                        <a:buFontTx/>
                        <a:buChar char="-"/>
                      </a:pPr>
                      <a:r>
                        <a:rPr lang="pt-BR" sz="1200" dirty="0"/>
                        <a:t>10</a:t>
                      </a:r>
                    </a:p>
                  </a:txBody>
                  <a:tcPr marT="45699" marB="45699"/>
                </a:tc>
                <a:tc>
                  <a:txBody>
                    <a:bodyPr/>
                    <a:lstStyle/>
                    <a:p>
                      <a:r>
                        <a:rPr lang="pt-BR" sz="1200" dirty="0"/>
                        <a:t>3</a:t>
                      </a:r>
                    </a:p>
                  </a:txBody>
                  <a:tcPr marT="45699" marB="45699"/>
                </a:tc>
                <a:tc>
                  <a:txBody>
                    <a:bodyPr/>
                    <a:lstStyle/>
                    <a:p>
                      <a:r>
                        <a:rPr lang="pt-BR" sz="1200" dirty="0"/>
                        <a:t>3</a:t>
                      </a:r>
                    </a:p>
                  </a:txBody>
                  <a:tcPr marT="45699" marB="45699"/>
                </a:tc>
                <a:tc>
                  <a:txBody>
                    <a:bodyPr/>
                    <a:lstStyle/>
                    <a:p>
                      <a:r>
                        <a:rPr lang="pt-BR" sz="1200" dirty="0"/>
                        <a:t>13</a:t>
                      </a:r>
                    </a:p>
                  </a:txBody>
                  <a:tcPr marT="45699" marB="45699"/>
                </a:tc>
                <a:tc>
                  <a:txBody>
                    <a:bodyPr/>
                    <a:lstStyle/>
                    <a:p>
                      <a:r>
                        <a:rPr lang="pt-BR" sz="1200" dirty="0"/>
                        <a:t>4,97</a:t>
                      </a:r>
                    </a:p>
                  </a:txBody>
                  <a:tcPr marT="45699" marB="45699"/>
                </a:tc>
                <a:extLst>
                  <a:ext uri="{0D108BD9-81ED-4DB2-BD59-A6C34878D82A}">
                    <a16:rowId xmlns:a16="http://schemas.microsoft.com/office/drawing/2014/main" val="10002"/>
                  </a:ext>
                </a:extLst>
              </a:tr>
            </a:tbl>
          </a:graphicData>
        </a:graphic>
      </p:graphicFrame>
      <p:sp>
        <p:nvSpPr>
          <p:cNvPr id="26662" name="CaixaDeTexto 6">
            <a:extLst>
              <a:ext uri="{FF2B5EF4-FFF2-40B4-BE49-F238E27FC236}">
                <a16:creationId xmlns:a16="http://schemas.microsoft.com/office/drawing/2014/main" id="{EBF1D5E3-C083-755B-C835-41F34895E017}"/>
              </a:ext>
            </a:extLst>
          </p:cNvPr>
          <p:cNvSpPr txBox="1">
            <a:spLocks noChangeArrowheads="1"/>
          </p:cNvSpPr>
          <p:nvPr/>
        </p:nvSpPr>
        <p:spPr bwMode="auto">
          <a:xfrm>
            <a:off x="1500188" y="5143500"/>
            <a:ext cx="6715125"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t>Igualando-se os horizontes econômicos, a alternativa A passa a ser preferível, visto que  VPL</a:t>
            </a:r>
            <a:r>
              <a:rPr lang="pt-BR" altLang="pt-BR" sz="1600" baseline="-25000"/>
              <a:t>A</a:t>
            </a:r>
            <a:r>
              <a:rPr lang="pt-BR" altLang="pt-BR" sz="1600"/>
              <a:t> = 4,97 &gt;  VPL</a:t>
            </a:r>
            <a:r>
              <a:rPr lang="pt-BR" altLang="pt-BR" sz="1600" baseline="-25000"/>
              <a:t>B</a:t>
            </a:r>
            <a:r>
              <a:rPr lang="pt-BR" altLang="pt-BR" sz="1600"/>
              <a:t> = 2,43.</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124" name="CaixaDeTexto 3">
            <a:extLst>
              <a:ext uri="{FF2B5EF4-FFF2-40B4-BE49-F238E27FC236}">
                <a16:creationId xmlns:a16="http://schemas.microsoft.com/office/drawing/2014/main" id="{19FCB283-C9AC-2050-4AF3-417EA33A3E3F}"/>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5125" name="CaixaDeTexto 6">
            <a:extLst>
              <a:ext uri="{FF2B5EF4-FFF2-40B4-BE49-F238E27FC236}">
                <a16:creationId xmlns:a16="http://schemas.microsoft.com/office/drawing/2014/main" id="{7E5C1F36-2B1F-5346-8AD6-B0CDDB6FE603}"/>
              </a:ext>
            </a:extLst>
          </p:cNvPr>
          <p:cNvSpPr txBox="1">
            <a:spLocks noChangeArrowheads="1"/>
          </p:cNvSpPr>
          <p:nvPr/>
        </p:nvSpPr>
        <p:spPr bwMode="auto">
          <a:xfrm>
            <a:off x="1571625" y="2500313"/>
            <a:ext cx="6715125"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t>Uma forma mais  fácil,  econômica e menos cansativa de comparação dos cálculos seria: </a:t>
            </a:r>
          </a:p>
        </p:txBody>
      </p:sp>
      <p:sp>
        <p:nvSpPr>
          <p:cNvPr id="10" name="CaixaDeTexto 9">
            <a:extLst>
              <a:ext uri="{FF2B5EF4-FFF2-40B4-BE49-F238E27FC236}">
                <a16:creationId xmlns:a16="http://schemas.microsoft.com/office/drawing/2014/main" id="{EF6C296F-49AB-5EBC-59ED-456150CAEC85}"/>
              </a:ext>
            </a:extLst>
          </p:cNvPr>
          <p:cNvSpPr txBox="1"/>
          <p:nvPr/>
        </p:nvSpPr>
        <p:spPr>
          <a:xfrm>
            <a:off x="4538663" y="142875"/>
            <a:ext cx="4391025" cy="646113"/>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na análise de investimentos de capital</a:t>
            </a:r>
          </a:p>
        </p:txBody>
      </p:sp>
      <p:sp>
        <p:nvSpPr>
          <p:cNvPr id="5127" name="CaixaDeTexto 10">
            <a:extLst>
              <a:ext uri="{FF2B5EF4-FFF2-40B4-BE49-F238E27FC236}">
                <a16:creationId xmlns:a16="http://schemas.microsoft.com/office/drawing/2014/main" id="{CB175E0E-EE29-0A7A-AC51-2BC224A5BA52}"/>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5128" name="CaixaDeTexto 12">
            <a:extLst>
              <a:ext uri="{FF2B5EF4-FFF2-40B4-BE49-F238E27FC236}">
                <a16:creationId xmlns:a16="http://schemas.microsoft.com/office/drawing/2014/main" id="{19240B6B-792B-DA93-8267-C80B802AEA48}"/>
              </a:ext>
            </a:extLst>
          </p:cNvPr>
          <p:cNvSpPr txBox="1">
            <a:spLocks noChangeArrowheads="1"/>
          </p:cNvSpPr>
          <p:nvPr/>
        </p:nvSpPr>
        <p:spPr bwMode="auto">
          <a:xfrm>
            <a:off x="1571625" y="2130425"/>
            <a:ext cx="58658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600" b="1">
                <a:solidFill>
                  <a:srgbClr val="2C5DAA"/>
                </a:solidFill>
              </a:rPr>
              <a:t>Fluxo de caixa de duas alternativas com prazos diferentes</a:t>
            </a:r>
          </a:p>
        </p:txBody>
      </p:sp>
      <p:sp>
        <p:nvSpPr>
          <p:cNvPr id="3079" name="Espaço Reservado para Número de Slide 7">
            <a:extLst>
              <a:ext uri="{FF2B5EF4-FFF2-40B4-BE49-F238E27FC236}">
                <a16:creationId xmlns:a16="http://schemas.microsoft.com/office/drawing/2014/main" id="{9AD1D9EC-09C2-18E5-0E42-8A61A2318C11}"/>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D12A9EAE-E0C3-440C-AED8-3F70AA085BD3}" type="slidenum">
              <a:rPr lang="pt-BR" altLang="pt-BR">
                <a:solidFill>
                  <a:srgbClr val="2C5DAA"/>
                </a:solidFill>
                <a:latin typeface="Calibri" panose="020F0502020204030204" pitchFamily="34" charset="0"/>
              </a:rPr>
              <a:pPr eaLnBrk="1" hangingPunct="1"/>
              <a:t>19</a:t>
            </a:fld>
            <a:endParaRPr lang="pt-BR" altLang="pt-BR">
              <a:solidFill>
                <a:srgbClr val="2C5DAA"/>
              </a:solidFill>
              <a:latin typeface="Calibri" panose="020F0502020204030204" pitchFamily="34" charset="0"/>
            </a:endParaRPr>
          </a:p>
        </p:txBody>
      </p:sp>
      <p:sp>
        <p:nvSpPr>
          <p:cNvPr id="5130" name="CaixaDeTexto 6">
            <a:extLst>
              <a:ext uri="{FF2B5EF4-FFF2-40B4-BE49-F238E27FC236}">
                <a16:creationId xmlns:a16="http://schemas.microsoft.com/office/drawing/2014/main" id="{6EE659A4-1146-C845-0F31-BFD209FC564B}"/>
              </a:ext>
            </a:extLst>
          </p:cNvPr>
          <p:cNvSpPr txBox="1">
            <a:spLocks noChangeArrowheads="1"/>
          </p:cNvSpPr>
          <p:nvPr/>
        </p:nvSpPr>
        <p:spPr bwMode="auto">
          <a:xfrm>
            <a:off x="1500188" y="5143500"/>
            <a:ext cx="67151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t>Igualando-se os horizontes econômicos, a alternativa A passa a ser preferível, visto que  AE</a:t>
            </a:r>
            <a:r>
              <a:rPr lang="pt-BR" altLang="pt-BR" sz="1600" baseline="-25000"/>
              <a:t>A</a:t>
            </a:r>
            <a:r>
              <a:rPr lang="pt-BR" altLang="pt-BR" sz="1600"/>
              <a:t> = 2,00/ano &gt;  AE</a:t>
            </a:r>
            <a:r>
              <a:rPr lang="pt-BR" altLang="pt-BR" sz="1600" baseline="-25000"/>
              <a:t>B</a:t>
            </a:r>
            <a:r>
              <a:rPr lang="pt-BR" altLang="pt-BR" sz="1600"/>
              <a:t> = 0,98/ano.</a:t>
            </a:r>
          </a:p>
        </p:txBody>
      </p:sp>
      <p:graphicFrame>
        <p:nvGraphicFramePr>
          <p:cNvPr id="5122" name="Object 3">
            <a:extLst>
              <a:ext uri="{FF2B5EF4-FFF2-40B4-BE49-F238E27FC236}">
                <a16:creationId xmlns:a16="http://schemas.microsoft.com/office/drawing/2014/main" id="{3973EFFF-40A9-0B0B-B5CB-20DCDC9A69A4}"/>
              </a:ext>
            </a:extLst>
          </p:cNvPr>
          <p:cNvGraphicFramePr>
            <a:graphicFrameLocks noChangeAspect="1"/>
          </p:cNvGraphicFramePr>
          <p:nvPr/>
        </p:nvGraphicFramePr>
        <p:xfrm>
          <a:off x="2857500" y="3571875"/>
          <a:ext cx="2641600" cy="1346200"/>
        </p:xfrm>
        <a:graphic>
          <a:graphicData uri="http://schemas.openxmlformats.org/presentationml/2006/ole">
            <mc:AlternateContent xmlns:mc="http://schemas.openxmlformats.org/markup-compatibility/2006">
              <mc:Choice xmlns:v="urn:schemas-microsoft-com:vml" Requires="v">
                <p:oleObj name="Equação" r:id="rId4" imgW="2641320" imgH="1346040" progId="Equation.3">
                  <p:embed/>
                </p:oleObj>
              </mc:Choice>
              <mc:Fallback>
                <p:oleObj name="Equação" r:id="rId4" imgW="2641320" imgH="134604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00" y="3571875"/>
                        <a:ext cx="2641600" cy="134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7650" name="CaixaDeTexto 3">
            <a:extLst>
              <a:ext uri="{FF2B5EF4-FFF2-40B4-BE49-F238E27FC236}">
                <a16:creationId xmlns:a16="http://schemas.microsoft.com/office/drawing/2014/main" id="{B1C091DF-3190-ABA3-D9E5-F0BCC9FB0A4F}"/>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27651" name="CaixaDeTexto 6">
            <a:extLst>
              <a:ext uri="{FF2B5EF4-FFF2-40B4-BE49-F238E27FC236}">
                <a16:creationId xmlns:a16="http://schemas.microsoft.com/office/drawing/2014/main" id="{5DA325AB-3400-EDE5-5C9C-8BEED4D965D8}"/>
              </a:ext>
            </a:extLst>
          </p:cNvPr>
          <p:cNvSpPr txBox="1">
            <a:spLocks noChangeArrowheads="1"/>
          </p:cNvSpPr>
          <p:nvPr/>
        </p:nvSpPr>
        <p:spPr bwMode="auto">
          <a:xfrm>
            <a:off x="1500188" y="2571750"/>
            <a:ext cx="6715125"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400"/>
              <a:t>O custo anual equivalente (CAE) é basicamente um rateio uniforme, por unidade de tempo, dos custos de investimento, de oportunidade e operacionais das alternativas.  É semelhante a AE (Anuidade Uniforme Equivalente), no entanto, considera apenas os custos. </a:t>
            </a:r>
          </a:p>
          <a:p>
            <a:pPr eaLnBrk="1" hangingPunct="1">
              <a:lnSpc>
                <a:spcPct val="150000"/>
              </a:lnSpc>
            </a:pPr>
            <a:r>
              <a:rPr lang="pt-BR" altLang="pt-BR" sz="1400"/>
              <a:t>Imaginemos uma empresa que pretenda adquirir um equipamento e, no mercado, haja disponibilidade de duas marcas diferentes desse equipamento: A e B.  O equipamento A custa </a:t>
            </a:r>
          </a:p>
          <a:p>
            <a:pPr eaLnBrk="1" hangingPunct="1">
              <a:lnSpc>
                <a:spcPct val="150000"/>
              </a:lnSpc>
            </a:pPr>
            <a:r>
              <a:rPr lang="pt-BR" altLang="pt-BR" sz="1400"/>
              <a:t>$ 13.000 e tem uma vida útil de 12 anos, enquanto o equipamento B custa $ 11.000 e sua vida útil é de 8 anos. Qualquer que seja o equipamento comprado, A ou B, o benefício será o mesmo: </a:t>
            </a:r>
          </a:p>
          <a:p>
            <a:pPr eaLnBrk="1" hangingPunct="1">
              <a:lnSpc>
                <a:spcPct val="150000"/>
              </a:lnSpc>
            </a:pPr>
            <a:r>
              <a:rPr lang="pt-BR" altLang="pt-BR" sz="1400"/>
              <a:t>$ 7.000/ano. O custo do capital da empresa é de 4% ao ano.</a:t>
            </a:r>
          </a:p>
          <a:p>
            <a:pPr eaLnBrk="1" hangingPunct="1">
              <a:lnSpc>
                <a:spcPct val="150000"/>
              </a:lnSpc>
            </a:pPr>
            <a:endParaRPr lang="pt-BR" altLang="pt-BR" sz="1600"/>
          </a:p>
        </p:txBody>
      </p:sp>
      <p:sp>
        <p:nvSpPr>
          <p:cNvPr id="10" name="CaixaDeTexto 9">
            <a:extLst>
              <a:ext uri="{FF2B5EF4-FFF2-40B4-BE49-F238E27FC236}">
                <a16:creationId xmlns:a16="http://schemas.microsoft.com/office/drawing/2014/main" id="{E05794C1-5765-CECD-09DC-7F0B286ACE42}"/>
              </a:ext>
            </a:extLst>
          </p:cNvPr>
          <p:cNvSpPr txBox="1"/>
          <p:nvPr/>
        </p:nvSpPr>
        <p:spPr>
          <a:xfrm>
            <a:off x="4538663" y="142875"/>
            <a:ext cx="4391025" cy="646113"/>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na análise de investimentos de capital</a:t>
            </a:r>
          </a:p>
        </p:txBody>
      </p:sp>
      <p:sp>
        <p:nvSpPr>
          <p:cNvPr id="27653" name="CaixaDeTexto 10">
            <a:extLst>
              <a:ext uri="{FF2B5EF4-FFF2-40B4-BE49-F238E27FC236}">
                <a16:creationId xmlns:a16="http://schemas.microsoft.com/office/drawing/2014/main" id="{DB31A84A-19CD-20A9-0334-93D35E346BDC}"/>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27654" name="CaixaDeTexto 12">
            <a:extLst>
              <a:ext uri="{FF2B5EF4-FFF2-40B4-BE49-F238E27FC236}">
                <a16:creationId xmlns:a16="http://schemas.microsoft.com/office/drawing/2014/main" id="{F3A0733A-A98A-D641-DFDC-D0C8EC8F6AF3}"/>
              </a:ext>
            </a:extLst>
          </p:cNvPr>
          <p:cNvSpPr txBox="1">
            <a:spLocks noChangeArrowheads="1"/>
          </p:cNvSpPr>
          <p:nvPr/>
        </p:nvSpPr>
        <p:spPr bwMode="auto">
          <a:xfrm>
            <a:off x="1571625" y="2130425"/>
            <a:ext cx="51212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2.6 Método do custo anual equivalente (CAE)</a:t>
            </a:r>
          </a:p>
        </p:txBody>
      </p:sp>
      <p:sp>
        <p:nvSpPr>
          <p:cNvPr id="3079" name="Espaço Reservado para Número de Slide 7">
            <a:extLst>
              <a:ext uri="{FF2B5EF4-FFF2-40B4-BE49-F238E27FC236}">
                <a16:creationId xmlns:a16="http://schemas.microsoft.com/office/drawing/2014/main" id="{8FC6CF02-29C7-8236-07DF-AAC73C0C8426}"/>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4FD5E2A8-6323-41DC-AC72-7AC1788C63A9}" type="slidenum">
              <a:rPr lang="pt-BR" altLang="pt-BR">
                <a:solidFill>
                  <a:srgbClr val="2C5DAA"/>
                </a:solidFill>
                <a:latin typeface="Calibri" panose="020F0502020204030204" pitchFamily="34" charset="0"/>
              </a:rPr>
              <a:pPr eaLnBrk="1" hangingPunct="1"/>
              <a:t>20</a:t>
            </a:fld>
            <a:endParaRPr lang="pt-BR" altLang="pt-BR">
              <a:solidFill>
                <a:srgbClr val="2C5DAA"/>
              </a:solidFill>
              <a:latin typeface="Calibri" panose="020F0502020204030204" pitchFamily="34" charset="0"/>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8674" name="CaixaDeTexto 3">
            <a:extLst>
              <a:ext uri="{FF2B5EF4-FFF2-40B4-BE49-F238E27FC236}">
                <a16:creationId xmlns:a16="http://schemas.microsoft.com/office/drawing/2014/main" id="{D00F2386-A3BF-7CCD-385E-C7882BAE07C4}"/>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28675" name="CaixaDeTexto 6">
            <a:extLst>
              <a:ext uri="{FF2B5EF4-FFF2-40B4-BE49-F238E27FC236}">
                <a16:creationId xmlns:a16="http://schemas.microsoft.com/office/drawing/2014/main" id="{D745C46B-7A7C-7A34-FB2C-99F840D91E68}"/>
              </a:ext>
            </a:extLst>
          </p:cNvPr>
          <p:cNvSpPr txBox="1">
            <a:spLocks noChangeArrowheads="1"/>
          </p:cNvSpPr>
          <p:nvPr/>
        </p:nvSpPr>
        <p:spPr bwMode="auto">
          <a:xfrm>
            <a:off x="1571625" y="2681288"/>
            <a:ext cx="6715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t>Cálculo do CAE das alternativas:</a:t>
            </a:r>
          </a:p>
        </p:txBody>
      </p:sp>
      <p:sp>
        <p:nvSpPr>
          <p:cNvPr id="10" name="CaixaDeTexto 9">
            <a:extLst>
              <a:ext uri="{FF2B5EF4-FFF2-40B4-BE49-F238E27FC236}">
                <a16:creationId xmlns:a16="http://schemas.microsoft.com/office/drawing/2014/main" id="{FE3729AB-9C22-ECF6-0B76-45D265B6C563}"/>
              </a:ext>
            </a:extLst>
          </p:cNvPr>
          <p:cNvSpPr txBox="1"/>
          <p:nvPr/>
        </p:nvSpPr>
        <p:spPr>
          <a:xfrm>
            <a:off x="4538663" y="142875"/>
            <a:ext cx="4391025" cy="646113"/>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na análise de investimentos de capital</a:t>
            </a:r>
          </a:p>
        </p:txBody>
      </p:sp>
      <p:sp>
        <p:nvSpPr>
          <p:cNvPr id="28677" name="CaixaDeTexto 10">
            <a:extLst>
              <a:ext uri="{FF2B5EF4-FFF2-40B4-BE49-F238E27FC236}">
                <a16:creationId xmlns:a16="http://schemas.microsoft.com/office/drawing/2014/main" id="{6191D4A1-95B7-7782-8BBF-DEBF2BD146F3}"/>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28678" name="CaixaDeTexto 12">
            <a:extLst>
              <a:ext uri="{FF2B5EF4-FFF2-40B4-BE49-F238E27FC236}">
                <a16:creationId xmlns:a16="http://schemas.microsoft.com/office/drawing/2014/main" id="{22C1DDCD-3E86-BD4D-18A5-2EF9220D3586}"/>
              </a:ext>
            </a:extLst>
          </p:cNvPr>
          <p:cNvSpPr txBox="1">
            <a:spLocks noChangeArrowheads="1"/>
          </p:cNvSpPr>
          <p:nvPr/>
        </p:nvSpPr>
        <p:spPr bwMode="auto">
          <a:xfrm>
            <a:off x="1571625" y="2130425"/>
            <a:ext cx="51212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2.6 Método do custo anual equivalente (CAE)</a:t>
            </a:r>
          </a:p>
        </p:txBody>
      </p:sp>
      <p:sp>
        <p:nvSpPr>
          <p:cNvPr id="3079" name="Espaço Reservado para Número de Slide 7">
            <a:extLst>
              <a:ext uri="{FF2B5EF4-FFF2-40B4-BE49-F238E27FC236}">
                <a16:creationId xmlns:a16="http://schemas.microsoft.com/office/drawing/2014/main" id="{7F7125DC-A89F-FF63-627F-130DBD3111C0}"/>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62DB6512-BDF6-4120-AFF6-FC8B51A319C3}" type="slidenum">
              <a:rPr lang="pt-BR" altLang="pt-BR">
                <a:solidFill>
                  <a:srgbClr val="2C5DAA"/>
                </a:solidFill>
                <a:latin typeface="Calibri" panose="020F0502020204030204" pitchFamily="34" charset="0"/>
              </a:rPr>
              <a:pPr eaLnBrk="1" hangingPunct="1"/>
              <a:t>21</a:t>
            </a:fld>
            <a:endParaRPr lang="pt-BR" altLang="pt-BR">
              <a:solidFill>
                <a:srgbClr val="2C5DAA"/>
              </a:solidFill>
              <a:latin typeface="Calibri" panose="020F0502020204030204" pitchFamily="34" charset="0"/>
            </a:endParaRPr>
          </a:p>
        </p:txBody>
      </p:sp>
      <p:sp>
        <p:nvSpPr>
          <p:cNvPr id="28680" name="CaixaDeTexto 6">
            <a:extLst>
              <a:ext uri="{FF2B5EF4-FFF2-40B4-BE49-F238E27FC236}">
                <a16:creationId xmlns:a16="http://schemas.microsoft.com/office/drawing/2014/main" id="{418950AC-1792-1650-E290-737DBF24111B}"/>
              </a:ext>
            </a:extLst>
          </p:cNvPr>
          <p:cNvSpPr txBox="1">
            <a:spLocks noChangeArrowheads="1"/>
          </p:cNvSpPr>
          <p:nvPr/>
        </p:nvSpPr>
        <p:spPr bwMode="auto">
          <a:xfrm>
            <a:off x="1500188" y="4143375"/>
            <a:ext cx="671512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t>Como os benefícios das duas alternativas são iguais, a seleção pode ser realizada comparando-se o CAE — nesse caso, seria selecionado o equipamento A. O CAE da alternativa A é menor, porque, mesmo exigindo um investimento maior, esse investimento será repartido economicamente em um período maior.</a:t>
            </a:r>
          </a:p>
        </p:txBody>
      </p:sp>
      <p:pic>
        <p:nvPicPr>
          <p:cNvPr id="2" name="Picture 2">
            <a:extLst>
              <a:ext uri="{FF2B5EF4-FFF2-40B4-BE49-F238E27FC236}">
                <a16:creationId xmlns:a16="http://schemas.microsoft.com/office/drawing/2014/main" id="{FFC56031-5C8C-1AA0-D5E2-A51F84DE8D87}"/>
              </a:ext>
            </a:extLst>
          </p:cNvPr>
          <p:cNvPicPr>
            <a:picLocks noChangeAspect="1" noChangeArrowheads="1"/>
          </p:cNvPicPr>
          <p:nvPr/>
        </p:nvPicPr>
        <p:blipFill>
          <a:blip r:embed="rId4"/>
          <a:srcRect l="18017" t="26015" r="13134" b="57578"/>
          <a:stretch>
            <a:fillRect/>
          </a:stretch>
        </p:blipFill>
        <p:spPr bwMode="auto">
          <a:xfrm>
            <a:off x="1357313" y="3143250"/>
            <a:ext cx="6715125" cy="1000125"/>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9698" name="CaixaDeTexto 3">
            <a:extLst>
              <a:ext uri="{FF2B5EF4-FFF2-40B4-BE49-F238E27FC236}">
                <a16:creationId xmlns:a16="http://schemas.microsoft.com/office/drawing/2014/main" id="{ADE7695D-3914-F97E-D327-21009CC69F2A}"/>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29699" name="CaixaDeTexto 6">
            <a:extLst>
              <a:ext uri="{FF2B5EF4-FFF2-40B4-BE49-F238E27FC236}">
                <a16:creationId xmlns:a16="http://schemas.microsoft.com/office/drawing/2014/main" id="{253E9034-C6F2-8F7C-291D-458043898BD1}"/>
              </a:ext>
            </a:extLst>
          </p:cNvPr>
          <p:cNvSpPr txBox="1">
            <a:spLocks noChangeArrowheads="1"/>
          </p:cNvSpPr>
          <p:nvPr/>
        </p:nvSpPr>
        <p:spPr bwMode="auto">
          <a:xfrm>
            <a:off x="1500188" y="2205038"/>
            <a:ext cx="6715125" cy="434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lnSpc>
                <a:spcPct val="150000"/>
              </a:lnSpc>
              <a:buFontTx/>
              <a:buAutoNum type="arabicPeriod"/>
            </a:pPr>
            <a:r>
              <a:rPr lang="pt-BR" altLang="pt-BR" sz="1200">
                <a:solidFill>
                  <a:srgbClr val="000000"/>
                </a:solidFill>
              </a:rPr>
              <a:t>Uma empresa estuda a implementação de um sistema de transporte de material dentro de uma planta industrial. Existem 3 alternativas diferentes (faça para um custo de oportunidade de 10%):</a:t>
            </a:r>
          </a:p>
          <a:p>
            <a:pPr algn="just" eaLnBrk="1" hangingPunct="1">
              <a:lnSpc>
                <a:spcPct val="150000"/>
              </a:lnSpc>
            </a:pPr>
            <a:r>
              <a:rPr lang="pt-BR" altLang="pt-BR" sz="1200">
                <a:solidFill>
                  <a:srgbClr val="000000"/>
                </a:solidFill>
              </a:rPr>
              <a:t>	</a:t>
            </a:r>
            <a:r>
              <a:rPr lang="pt-BR" altLang="pt-BR" sz="1200" i="1">
                <a:solidFill>
                  <a:srgbClr val="000000"/>
                </a:solidFill>
              </a:rPr>
              <a:t>sistema manual</a:t>
            </a:r>
            <a:r>
              <a:rPr lang="pt-BR" altLang="pt-BR" sz="1200">
                <a:solidFill>
                  <a:srgbClr val="000000"/>
                </a:solidFill>
              </a:rPr>
              <a:t>: requer a contratação de uma grande equipe de trabalhadores ao custo fixo de R$ 1.050.000,00 por ano.</a:t>
            </a:r>
          </a:p>
          <a:p>
            <a:pPr algn="just" eaLnBrk="1" hangingPunct="1">
              <a:lnSpc>
                <a:spcPct val="150000"/>
              </a:lnSpc>
            </a:pPr>
            <a:r>
              <a:rPr lang="pt-BR" altLang="pt-BR" sz="1200">
                <a:solidFill>
                  <a:srgbClr val="000000"/>
                </a:solidFill>
              </a:rPr>
              <a:t>	</a:t>
            </a:r>
            <a:r>
              <a:rPr lang="pt-BR" altLang="pt-BR" sz="1200" i="1">
                <a:solidFill>
                  <a:srgbClr val="000000"/>
                </a:solidFill>
              </a:rPr>
              <a:t>sistema de empilhadeiras</a:t>
            </a:r>
            <a:r>
              <a:rPr lang="pt-BR" altLang="pt-BR" sz="1200">
                <a:solidFill>
                  <a:srgbClr val="000000"/>
                </a:solidFill>
              </a:rPr>
              <a:t>: requer a contratação de uma equipe menor de trabalhadores ao custo fixo de R$ 100.000,00 por ano, mais a compra de 50 máquinas empilhadeiras ao custo de R$ 40.000,00 cada. As empilhadeiras têm vida útil de 4 anos com valor de recuperação de 10% de seu valor de aquisição. Os custos operacionais anuais deste sistema são de R$ 4.000,00 por ano para cada empilhadeira.</a:t>
            </a:r>
          </a:p>
          <a:p>
            <a:pPr algn="just" eaLnBrk="1" hangingPunct="1">
              <a:lnSpc>
                <a:spcPct val="150000"/>
              </a:lnSpc>
            </a:pPr>
            <a:r>
              <a:rPr lang="pt-BR" altLang="pt-BR" sz="1200">
                <a:solidFill>
                  <a:srgbClr val="000000"/>
                </a:solidFill>
              </a:rPr>
              <a:t>	</a:t>
            </a:r>
            <a:r>
              <a:rPr lang="pt-BR" altLang="pt-BR" sz="1200" i="1">
                <a:solidFill>
                  <a:srgbClr val="000000"/>
                </a:solidFill>
              </a:rPr>
              <a:t>sistema de faixas transportadas: </a:t>
            </a:r>
            <a:r>
              <a:rPr lang="pt-BR" altLang="pt-BR" sz="1200">
                <a:solidFill>
                  <a:srgbClr val="000000"/>
                </a:solidFill>
              </a:rPr>
              <a:t>o sistema custa R$ 3.000,00, tem vida útil de 7 anos com um valor de recuperação de R$ 1.000,00. Como esse sistema é bastante automatizado, requer um grupo muito pequeno de trabalhadores ao custo fixo de R$ 50.000,00 por ano  e gastos operacionais anuais de R$ 40.000,00.</a:t>
            </a:r>
          </a:p>
          <a:p>
            <a:pPr algn="just" eaLnBrk="1" hangingPunct="1">
              <a:lnSpc>
                <a:spcPct val="150000"/>
              </a:lnSpc>
            </a:pPr>
            <a:endParaRPr lang="pt-BR" altLang="pt-BR" sz="1600">
              <a:solidFill>
                <a:srgbClr val="000000"/>
              </a:solidFill>
            </a:endParaRPr>
          </a:p>
        </p:txBody>
      </p:sp>
      <p:sp>
        <p:nvSpPr>
          <p:cNvPr id="29700" name="CaixaDeTexto 10">
            <a:extLst>
              <a:ext uri="{FF2B5EF4-FFF2-40B4-BE49-F238E27FC236}">
                <a16:creationId xmlns:a16="http://schemas.microsoft.com/office/drawing/2014/main" id="{75C67811-1110-8FC0-12B4-A10C3991A324}"/>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29701" name="CaixaDeTexto 12">
            <a:extLst>
              <a:ext uri="{FF2B5EF4-FFF2-40B4-BE49-F238E27FC236}">
                <a16:creationId xmlns:a16="http://schemas.microsoft.com/office/drawing/2014/main" id="{4CE2AE65-B32B-9874-B2B8-EA0B671B027D}"/>
              </a:ext>
            </a:extLst>
          </p:cNvPr>
          <p:cNvSpPr txBox="1">
            <a:spLocks noChangeArrowheads="1"/>
          </p:cNvSpPr>
          <p:nvPr/>
        </p:nvSpPr>
        <p:spPr bwMode="auto">
          <a:xfrm>
            <a:off x="1547813" y="1916113"/>
            <a:ext cx="12874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Exercício:</a:t>
            </a:r>
          </a:p>
        </p:txBody>
      </p:sp>
      <p:sp>
        <p:nvSpPr>
          <p:cNvPr id="3079" name="Espaço Reservado para Número de Slide 7">
            <a:extLst>
              <a:ext uri="{FF2B5EF4-FFF2-40B4-BE49-F238E27FC236}">
                <a16:creationId xmlns:a16="http://schemas.microsoft.com/office/drawing/2014/main" id="{5458B0AF-51DC-E40C-F650-71AD95D589E1}"/>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85DF3902-3606-4F8C-8D53-22D6A231A968}" type="slidenum">
              <a:rPr lang="pt-BR" altLang="pt-BR">
                <a:solidFill>
                  <a:srgbClr val="2C5DAA"/>
                </a:solidFill>
                <a:latin typeface="Calibri" panose="020F0502020204030204" pitchFamily="34" charset="0"/>
              </a:rPr>
              <a:pPr eaLnBrk="1" hangingPunct="1"/>
              <a:t>22</a:t>
            </a:fld>
            <a:endParaRPr lang="pt-BR" altLang="pt-BR">
              <a:solidFill>
                <a:srgbClr val="2C5DAA"/>
              </a:solidFill>
              <a:latin typeface="Calibri" panose="020F0502020204030204" pitchFamily="34" charset="0"/>
            </a:endParaRPr>
          </a:p>
        </p:txBody>
      </p:sp>
      <p:sp>
        <p:nvSpPr>
          <p:cNvPr id="29703" name="CaixaDeTexto 10">
            <a:extLst>
              <a:ext uri="{FF2B5EF4-FFF2-40B4-BE49-F238E27FC236}">
                <a16:creationId xmlns:a16="http://schemas.microsoft.com/office/drawing/2014/main" id="{E1D1978C-3FA1-2B78-7243-6EED7F0DD6D8}"/>
              </a:ext>
            </a:extLst>
          </p:cNvPr>
          <p:cNvSpPr txBox="1">
            <a:spLocks noChangeArrowheads="1"/>
          </p:cNvSpPr>
          <p:nvPr/>
        </p:nvSpPr>
        <p:spPr bwMode="auto">
          <a:xfrm>
            <a:off x="4538663" y="142875"/>
            <a:ext cx="44624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Capítulo 2</a:t>
            </a:r>
            <a:r>
              <a:rPr lang="pt-BR" altLang="pt-BR">
                <a:solidFill>
                  <a:srgbClr val="F2F2F2"/>
                </a:solidFill>
              </a:rPr>
              <a:t> | Métodos e critérios de decisão na análise de investimentos de capital</a:t>
            </a:r>
          </a:p>
          <a:p>
            <a:pPr eaLnBrk="1" hangingPunct="1"/>
            <a:endParaRPr lang="pt-BR" altLang="pt-BR">
              <a:solidFill>
                <a:srgbClr val="F12130"/>
              </a:solidFill>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0722" name="CaixaDeTexto 3">
            <a:extLst>
              <a:ext uri="{FF2B5EF4-FFF2-40B4-BE49-F238E27FC236}">
                <a16:creationId xmlns:a16="http://schemas.microsoft.com/office/drawing/2014/main" id="{A7FDC521-503F-E91C-6CC2-076EA723BC6C}"/>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30723" name="CaixaDeTexto 6">
            <a:extLst>
              <a:ext uri="{FF2B5EF4-FFF2-40B4-BE49-F238E27FC236}">
                <a16:creationId xmlns:a16="http://schemas.microsoft.com/office/drawing/2014/main" id="{1E51FB12-64F9-10D5-6499-7E5C92330D0B}"/>
              </a:ext>
            </a:extLst>
          </p:cNvPr>
          <p:cNvSpPr txBox="1">
            <a:spLocks noChangeArrowheads="1"/>
          </p:cNvSpPr>
          <p:nvPr/>
        </p:nvSpPr>
        <p:spPr bwMode="auto">
          <a:xfrm>
            <a:off x="1428750" y="2500313"/>
            <a:ext cx="6715125"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lnSpc>
                <a:spcPct val="150000"/>
              </a:lnSpc>
            </a:pPr>
            <a:r>
              <a:rPr lang="pt-BR" altLang="pt-BR" sz="1200">
                <a:solidFill>
                  <a:srgbClr val="000000"/>
                </a:solidFill>
              </a:rPr>
              <a:t>2.	A CEB pretende instalar um gerador de energia elétrica a um custo de R$ 10 milhões. Os custos operacionais projetados são de R$ 80.000/mês ao longo da vida útil do equipamento, estimada em 120 meses. Ignorando impostos e considerando que a empresa requer uma rentabilidade mínima de 4% ao mês (custo de oportunidade), determine o custo mensal que deve ser repassado aos usuários do equipamento.</a:t>
            </a:r>
          </a:p>
          <a:p>
            <a:pPr algn="just" eaLnBrk="1" hangingPunct="1">
              <a:lnSpc>
                <a:spcPct val="150000"/>
              </a:lnSpc>
            </a:pPr>
            <a:r>
              <a:rPr lang="pt-BR" altLang="pt-BR" sz="1200">
                <a:solidFill>
                  <a:srgbClr val="000000"/>
                </a:solidFill>
              </a:rPr>
              <a:t>3.	Qual das alternativas mutuamente excludentes,  X e Y, apresentadas abaixo deve ser escolhida se o custo do capital for de 10% ao ano?</a:t>
            </a:r>
          </a:p>
          <a:p>
            <a:pPr algn="just" eaLnBrk="1" hangingPunct="1">
              <a:lnSpc>
                <a:spcPct val="150000"/>
              </a:lnSpc>
            </a:pPr>
            <a:r>
              <a:rPr lang="pt-BR" altLang="pt-BR" sz="1200">
                <a:solidFill>
                  <a:srgbClr val="000000"/>
                </a:solidFill>
              </a:rPr>
              <a:t>	   </a:t>
            </a:r>
          </a:p>
          <a:p>
            <a:pPr algn="just" eaLnBrk="1" hangingPunct="1">
              <a:lnSpc>
                <a:spcPct val="150000"/>
              </a:lnSpc>
              <a:buFontTx/>
              <a:buAutoNum type="arabicPeriod"/>
            </a:pPr>
            <a:endParaRPr lang="pt-BR" altLang="pt-BR" sz="1600">
              <a:solidFill>
                <a:srgbClr val="000000"/>
              </a:solidFill>
            </a:endParaRPr>
          </a:p>
        </p:txBody>
      </p:sp>
      <p:sp>
        <p:nvSpPr>
          <p:cNvPr id="30724" name="CaixaDeTexto 10">
            <a:extLst>
              <a:ext uri="{FF2B5EF4-FFF2-40B4-BE49-F238E27FC236}">
                <a16:creationId xmlns:a16="http://schemas.microsoft.com/office/drawing/2014/main" id="{6FBE1EDB-CD0A-AA2A-300D-92C29E3818F7}"/>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30725" name="CaixaDeTexto 12">
            <a:extLst>
              <a:ext uri="{FF2B5EF4-FFF2-40B4-BE49-F238E27FC236}">
                <a16:creationId xmlns:a16="http://schemas.microsoft.com/office/drawing/2014/main" id="{96040364-D88D-F47C-0716-269146807C2C}"/>
              </a:ext>
            </a:extLst>
          </p:cNvPr>
          <p:cNvSpPr txBox="1">
            <a:spLocks noChangeArrowheads="1"/>
          </p:cNvSpPr>
          <p:nvPr/>
        </p:nvSpPr>
        <p:spPr bwMode="auto">
          <a:xfrm>
            <a:off x="1571625" y="2130425"/>
            <a:ext cx="12874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Exercício:</a:t>
            </a:r>
          </a:p>
        </p:txBody>
      </p:sp>
      <p:sp>
        <p:nvSpPr>
          <p:cNvPr id="3079" name="Espaço Reservado para Número de Slide 7">
            <a:extLst>
              <a:ext uri="{FF2B5EF4-FFF2-40B4-BE49-F238E27FC236}">
                <a16:creationId xmlns:a16="http://schemas.microsoft.com/office/drawing/2014/main" id="{455E121F-7D49-EE14-381F-2D4446F4D8DF}"/>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1957DA9B-1404-410C-B9B9-FD9D5F3A809B}" type="slidenum">
              <a:rPr lang="pt-BR" altLang="pt-BR">
                <a:solidFill>
                  <a:srgbClr val="2C5DAA"/>
                </a:solidFill>
                <a:latin typeface="Calibri" panose="020F0502020204030204" pitchFamily="34" charset="0"/>
              </a:rPr>
              <a:pPr eaLnBrk="1" hangingPunct="1"/>
              <a:t>23</a:t>
            </a:fld>
            <a:endParaRPr lang="pt-BR" altLang="pt-BR">
              <a:solidFill>
                <a:srgbClr val="2C5DAA"/>
              </a:solidFill>
              <a:latin typeface="Calibri" panose="020F0502020204030204" pitchFamily="34" charset="0"/>
            </a:endParaRPr>
          </a:p>
        </p:txBody>
      </p:sp>
      <p:sp>
        <p:nvSpPr>
          <p:cNvPr id="30727" name="CaixaDeTexto 10">
            <a:extLst>
              <a:ext uri="{FF2B5EF4-FFF2-40B4-BE49-F238E27FC236}">
                <a16:creationId xmlns:a16="http://schemas.microsoft.com/office/drawing/2014/main" id="{9E08F491-C37C-F12A-D7EA-A56969B88E68}"/>
              </a:ext>
            </a:extLst>
          </p:cNvPr>
          <p:cNvSpPr txBox="1">
            <a:spLocks noChangeArrowheads="1"/>
          </p:cNvSpPr>
          <p:nvPr/>
        </p:nvSpPr>
        <p:spPr bwMode="auto">
          <a:xfrm>
            <a:off x="4538663" y="142875"/>
            <a:ext cx="44624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Capítulo 2</a:t>
            </a:r>
            <a:r>
              <a:rPr lang="pt-BR" altLang="pt-BR">
                <a:solidFill>
                  <a:srgbClr val="F2F2F2"/>
                </a:solidFill>
              </a:rPr>
              <a:t> | Métodos e critérios de decisão na análise de investimentos de capital</a:t>
            </a:r>
          </a:p>
          <a:p>
            <a:pPr eaLnBrk="1" hangingPunct="1"/>
            <a:endParaRPr lang="pt-BR" altLang="pt-BR">
              <a:solidFill>
                <a:srgbClr val="F12130"/>
              </a:solidFill>
            </a:endParaRPr>
          </a:p>
        </p:txBody>
      </p:sp>
      <p:graphicFrame>
        <p:nvGraphicFramePr>
          <p:cNvPr id="12" name="Tabela 11">
            <a:extLst>
              <a:ext uri="{FF2B5EF4-FFF2-40B4-BE49-F238E27FC236}">
                <a16:creationId xmlns:a16="http://schemas.microsoft.com/office/drawing/2014/main" id="{7A8AE2ED-77A1-A1D1-34CB-DB686A2BD6E4}"/>
              </a:ext>
            </a:extLst>
          </p:cNvPr>
          <p:cNvGraphicFramePr>
            <a:graphicFrameLocks noGrp="1"/>
          </p:cNvGraphicFramePr>
          <p:nvPr/>
        </p:nvGraphicFramePr>
        <p:xfrm>
          <a:off x="1643063" y="4643438"/>
          <a:ext cx="5786435" cy="1112838"/>
        </p:xfrm>
        <a:graphic>
          <a:graphicData uri="http://schemas.openxmlformats.org/drawingml/2006/table">
            <a:tbl>
              <a:tblPr firstRow="1" bandRow="1">
                <a:tableStyleId>{5C22544A-7EE6-4342-B048-85BDC9FD1C3A}</a:tableStyleId>
              </a:tblPr>
              <a:tblGrid>
                <a:gridCol w="1157287">
                  <a:extLst>
                    <a:ext uri="{9D8B030D-6E8A-4147-A177-3AD203B41FA5}">
                      <a16:colId xmlns:a16="http://schemas.microsoft.com/office/drawing/2014/main" val="20000"/>
                    </a:ext>
                  </a:extLst>
                </a:gridCol>
                <a:gridCol w="1157287">
                  <a:extLst>
                    <a:ext uri="{9D8B030D-6E8A-4147-A177-3AD203B41FA5}">
                      <a16:colId xmlns:a16="http://schemas.microsoft.com/office/drawing/2014/main" val="20001"/>
                    </a:ext>
                  </a:extLst>
                </a:gridCol>
                <a:gridCol w="1157287">
                  <a:extLst>
                    <a:ext uri="{9D8B030D-6E8A-4147-A177-3AD203B41FA5}">
                      <a16:colId xmlns:a16="http://schemas.microsoft.com/office/drawing/2014/main" val="20002"/>
                    </a:ext>
                  </a:extLst>
                </a:gridCol>
                <a:gridCol w="1157287">
                  <a:extLst>
                    <a:ext uri="{9D8B030D-6E8A-4147-A177-3AD203B41FA5}">
                      <a16:colId xmlns:a16="http://schemas.microsoft.com/office/drawing/2014/main" val="20003"/>
                    </a:ext>
                  </a:extLst>
                </a:gridCol>
                <a:gridCol w="1157287">
                  <a:extLst>
                    <a:ext uri="{9D8B030D-6E8A-4147-A177-3AD203B41FA5}">
                      <a16:colId xmlns:a16="http://schemas.microsoft.com/office/drawing/2014/main" val="20004"/>
                    </a:ext>
                  </a:extLst>
                </a:gridCol>
              </a:tblGrid>
              <a:tr h="370946">
                <a:tc>
                  <a:txBody>
                    <a:bodyPr/>
                    <a:lstStyle/>
                    <a:p>
                      <a:r>
                        <a:rPr lang="pt-BR" sz="1200" dirty="0"/>
                        <a:t>Alternativa</a:t>
                      </a:r>
                    </a:p>
                  </a:txBody>
                  <a:tcPr marL="91439" marR="91439" marT="45733" marB="45733"/>
                </a:tc>
                <a:tc>
                  <a:txBody>
                    <a:bodyPr/>
                    <a:lstStyle/>
                    <a:p>
                      <a:r>
                        <a:rPr lang="pt-BR" sz="1200" dirty="0"/>
                        <a:t>Ano </a:t>
                      </a:r>
                      <a:r>
                        <a:rPr lang="pt-BR" sz="1200" baseline="0" dirty="0"/>
                        <a:t> 0  ($)</a:t>
                      </a:r>
                      <a:endParaRPr lang="pt-BR" sz="1200" dirty="0"/>
                    </a:p>
                  </a:txBody>
                  <a:tcPr marL="91439" marR="91439" marT="45733" marB="45733"/>
                </a:tc>
                <a:tc>
                  <a:txBody>
                    <a:bodyPr/>
                    <a:lstStyle/>
                    <a:p>
                      <a:r>
                        <a:rPr lang="pt-BR" sz="1200" dirty="0"/>
                        <a:t>Ano 1 ($)</a:t>
                      </a:r>
                    </a:p>
                  </a:txBody>
                  <a:tcPr marL="91439" marR="91439" marT="45733" marB="45733"/>
                </a:tc>
                <a:tc>
                  <a:txBody>
                    <a:bodyPr/>
                    <a:lstStyle/>
                    <a:p>
                      <a:r>
                        <a:rPr lang="pt-BR" sz="1200" dirty="0"/>
                        <a:t>Ano 2 ($)</a:t>
                      </a:r>
                    </a:p>
                  </a:txBody>
                  <a:tcPr marL="91439" marR="91439" marT="45733" marB="45733"/>
                </a:tc>
                <a:tc>
                  <a:txBody>
                    <a:bodyPr/>
                    <a:lstStyle/>
                    <a:p>
                      <a:r>
                        <a:rPr lang="pt-BR" sz="1200" dirty="0"/>
                        <a:t>Ano 3 ($)</a:t>
                      </a:r>
                    </a:p>
                  </a:txBody>
                  <a:tcPr marL="91439" marR="91439" marT="45733" marB="45733"/>
                </a:tc>
                <a:extLst>
                  <a:ext uri="{0D108BD9-81ED-4DB2-BD59-A6C34878D82A}">
                    <a16:rowId xmlns:a16="http://schemas.microsoft.com/office/drawing/2014/main" val="10000"/>
                  </a:ext>
                </a:extLst>
              </a:tr>
              <a:tr h="370946">
                <a:tc>
                  <a:txBody>
                    <a:bodyPr/>
                    <a:lstStyle/>
                    <a:p>
                      <a:r>
                        <a:rPr lang="pt-BR" sz="1400" dirty="0"/>
                        <a:t>X</a:t>
                      </a:r>
                    </a:p>
                  </a:txBody>
                  <a:tcPr marL="91439" marR="91439" marT="45733" marB="45733"/>
                </a:tc>
                <a:tc>
                  <a:txBody>
                    <a:bodyPr/>
                    <a:lstStyle/>
                    <a:p>
                      <a:r>
                        <a:rPr lang="pt-BR" sz="1400" dirty="0"/>
                        <a:t>-10</a:t>
                      </a:r>
                    </a:p>
                  </a:txBody>
                  <a:tcPr marL="91439" marR="91439" marT="45733" marB="45733"/>
                </a:tc>
                <a:tc>
                  <a:txBody>
                    <a:bodyPr/>
                    <a:lstStyle/>
                    <a:p>
                      <a:r>
                        <a:rPr lang="pt-BR" sz="1400" dirty="0"/>
                        <a:t>6</a:t>
                      </a:r>
                    </a:p>
                  </a:txBody>
                  <a:tcPr marL="91439" marR="91439" marT="45733" marB="45733"/>
                </a:tc>
                <a:tc>
                  <a:txBody>
                    <a:bodyPr/>
                    <a:lstStyle/>
                    <a:p>
                      <a:r>
                        <a:rPr lang="pt-BR" sz="1400" dirty="0"/>
                        <a:t>6</a:t>
                      </a:r>
                    </a:p>
                  </a:txBody>
                  <a:tcPr marL="91439" marR="91439" marT="45733" marB="45733"/>
                </a:tc>
                <a:tc>
                  <a:txBody>
                    <a:bodyPr/>
                    <a:lstStyle/>
                    <a:p>
                      <a:endParaRPr lang="pt-BR" sz="1400" dirty="0"/>
                    </a:p>
                  </a:txBody>
                  <a:tcPr marL="91439" marR="91439" marT="45733" marB="45733"/>
                </a:tc>
                <a:extLst>
                  <a:ext uri="{0D108BD9-81ED-4DB2-BD59-A6C34878D82A}">
                    <a16:rowId xmlns:a16="http://schemas.microsoft.com/office/drawing/2014/main" val="10001"/>
                  </a:ext>
                </a:extLst>
              </a:tr>
              <a:tr h="370946">
                <a:tc>
                  <a:txBody>
                    <a:bodyPr/>
                    <a:lstStyle/>
                    <a:p>
                      <a:r>
                        <a:rPr lang="pt-BR" sz="1400" dirty="0"/>
                        <a:t>Y</a:t>
                      </a:r>
                    </a:p>
                  </a:txBody>
                  <a:tcPr marL="91439" marR="91439" marT="45733" marB="45733"/>
                </a:tc>
                <a:tc>
                  <a:txBody>
                    <a:bodyPr/>
                    <a:lstStyle/>
                    <a:p>
                      <a:r>
                        <a:rPr lang="pt-BR" sz="1400" dirty="0"/>
                        <a:t>-  9</a:t>
                      </a:r>
                    </a:p>
                  </a:txBody>
                  <a:tcPr marL="91439" marR="91439" marT="45733" marB="45733"/>
                </a:tc>
                <a:tc>
                  <a:txBody>
                    <a:bodyPr/>
                    <a:lstStyle/>
                    <a:p>
                      <a:r>
                        <a:rPr lang="pt-BR" sz="1400" dirty="0"/>
                        <a:t>4</a:t>
                      </a:r>
                    </a:p>
                  </a:txBody>
                  <a:tcPr marL="91439" marR="91439" marT="45733" marB="45733"/>
                </a:tc>
                <a:tc>
                  <a:txBody>
                    <a:bodyPr/>
                    <a:lstStyle/>
                    <a:p>
                      <a:r>
                        <a:rPr lang="pt-BR" sz="1400" dirty="0"/>
                        <a:t>4</a:t>
                      </a:r>
                    </a:p>
                  </a:txBody>
                  <a:tcPr marL="91439" marR="91439" marT="45733" marB="45733"/>
                </a:tc>
                <a:tc>
                  <a:txBody>
                    <a:bodyPr/>
                    <a:lstStyle/>
                    <a:p>
                      <a:r>
                        <a:rPr lang="pt-BR" sz="1400" dirty="0"/>
                        <a:t>4</a:t>
                      </a:r>
                    </a:p>
                  </a:txBody>
                  <a:tcPr marL="91439" marR="91439" marT="45733" marB="45733"/>
                </a:tc>
                <a:extLst>
                  <a:ext uri="{0D108BD9-81ED-4DB2-BD59-A6C34878D82A}">
                    <a16:rowId xmlns:a16="http://schemas.microsoft.com/office/drawing/2014/main" val="10002"/>
                  </a:ext>
                </a:extLst>
              </a:tr>
            </a:tbl>
          </a:graphicData>
        </a:graphic>
      </p:graphicFrame>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1746" name="CaixaDeTexto 3">
            <a:extLst>
              <a:ext uri="{FF2B5EF4-FFF2-40B4-BE49-F238E27FC236}">
                <a16:creationId xmlns:a16="http://schemas.microsoft.com/office/drawing/2014/main" id="{85121E8D-785B-0714-39FB-D6CD28936CBD}"/>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31747" name="CaixaDeTexto 6">
            <a:extLst>
              <a:ext uri="{FF2B5EF4-FFF2-40B4-BE49-F238E27FC236}">
                <a16:creationId xmlns:a16="http://schemas.microsoft.com/office/drawing/2014/main" id="{E3EB8486-8D89-FDCD-A2D1-27719945D208}"/>
              </a:ext>
            </a:extLst>
          </p:cNvPr>
          <p:cNvSpPr txBox="1">
            <a:spLocks noChangeArrowheads="1"/>
          </p:cNvSpPr>
          <p:nvPr/>
        </p:nvSpPr>
        <p:spPr bwMode="auto">
          <a:xfrm>
            <a:off x="1428750" y="2357438"/>
            <a:ext cx="6715125" cy="184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200">
                <a:solidFill>
                  <a:srgbClr val="000000"/>
                </a:solidFill>
              </a:rPr>
              <a:t>4.	Uma empresa de energia elétrica planeja a construção  de uma linha de transmissão. </a:t>
            </a:r>
          </a:p>
          <a:p>
            <a:pPr eaLnBrk="1" hangingPunct="1">
              <a:lnSpc>
                <a:spcPct val="150000"/>
              </a:lnSpc>
            </a:pPr>
            <a:r>
              <a:rPr lang="pt-BR" altLang="pt-BR" sz="1200">
                <a:solidFill>
                  <a:srgbClr val="000000"/>
                </a:solidFill>
              </a:rPr>
              <a:t>	Considerando que a vida econômica de linhas de alta tensão é de, aproximadamente, 25 anos e que o custo do capital é de 20% ao ano, determine a linha mais adequada.</a:t>
            </a:r>
          </a:p>
          <a:p>
            <a:pPr eaLnBrk="1" hangingPunct="1">
              <a:lnSpc>
                <a:spcPct val="150000"/>
              </a:lnSpc>
            </a:pPr>
            <a:r>
              <a:rPr lang="pt-BR" altLang="pt-BR" sz="1200">
                <a:solidFill>
                  <a:srgbClr val="000000"/>
                </a:solidFill>
              </a:rPr>
              <a:t>	As informações levantadas pela gerência de obras são mostradas abaixo:</a:t>
            </a:r>
          </a:p>
          <a:p>
            <a:pPr eaLnBrk="1" hangingPunct="1">
              <a:lnSpc>
                <a:spcPct val="150000"/>
              </a:lnSpc>
            </a:pPr>
            <a:r>
              <a:rPr lang="pt-BR" altLang="pt-BR" sz="1200">
                <a:solidFill>
                  <a:srgbClr val="000000"/>
                </a:solidFill>
              </a:rPr>
              <a:t>   	   </a:t>
            </a:r>
          </a:p>
          <a:p>
            <a:pPr algn="just" eaLnBrk="1" hangingPunct="1">
              <a:lnSpc>
                <a:spcPct val="150000"/>
              </a:lnSpc>
              <a:buFontTx/>
              <a:buAutoNum type="arabicPeriod"/>
            </a:pPr>
            <a:endParaRPr lang="pt-BR" altLang="pt-BR" sz="1600">
              <a:solidFill>
                <a:srgbClr val="000000"/>
              </a:solidFill>
            </a:endParaRPr>
          </a:p>
        </p:txBody>
      </p:sp>
      <p:sp>
        <p:nvSpPr>
          <p:cNvPr id="31748" name="CaixaDeTexto 10">
            <a:extLst>
              <a:ext uri="{FF2B5EF4-FFF2-40B4-BE49-F238E27FC236}">
                <a16:creationId xmlns:a16="http://schemas.microsoft.com/office/drawing/2014/main" id="{E292441D-64BE-51C7-316C-49E0A74AA108}"/>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31749" name="CaixaDeTexto 12">
            <a:extLst>
              <a:ext uri="{FF2B5EF4-FFF2-40B4-BE49-F238E27FC236}">
                <a16:creationId xmlns:a16="http://schemas.microsoft.com/office/drawing/2014/main" id="{023EA1CC-3B5A-1C3F-4727-620EB6C4A2CD}"/>
              </a:ext>
            </a:extLst>
          </p:cNvPr>
          <p:cNvSpPr txBox="1">
            <a:spLocks noChangeArrowheads="1"/>
          </p:cNvSpPr>
          <p:nvPr/>
        </p:nvSpPr>
        <p:spPr bwMode="auto">
          <a:xfrm>
            <a:off x="1571625" y="2071688"/>
            <a:ext cx="12874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Exercício:</a:t>
            </a:r>
          </a:p>
        </p:txBody>
      </p:sp>
      <p:sp>
        <p:nvSpPr>
          <p:cNvPr id="3079" name="Espaço Reservado para Número de Slide 7">
            <a:extLst>
              <a:ext uri="{FF2B5EF4-FFF2-40B4-BE49-F238E27FC236}">
                <a16:creationId xmlns:a16="http://schemas.microsoft.com/office/drawing/2014/main" id="{47CD7667-3B45-BF96-00E5-C17645251770}"/>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0F413C94-93D9-4C4E-8C05-3F09DB9B130E}" type="slidenum">
              <a:rPr lang="pt-BR" altLang="pt-BR">
                <a:solidFill>
                  <a:srgbClr val="2C5DAA"/>
                </a:solidFill>
                <a:latin typeface="Calibri" panose="020F0502020204030204" pitchFamily="34" charset="0"/>
              </a:rPr>
              <a:pPr eaLnBrk="1" hangingPunct="1"/>
              <a:t>24</a:t>
            </a:fld>
            <a:endParaRPr lang="pt-BR" altLang="pt-BR">
              <a:solidFill>
                <a:srgbClr val="2C5DAA"/>
              </a:solidFill>
              <a:latin typeface="Calibri" panose="020F0502020204030204" pitchFamily="34" charset="0"/>
            </a:endParaRPr>
          </a:p>
        </p:txBody>
      </p:sp>
      <p:sp>
        <p:nvSpPr>
          <p:cNvPr id="31751" name="CaixaDeTexto 10">
            <a:extLst>
              <a:ext uri="{FF2B5EF4-FFF2-40B4-BE49-F238E27FC236}">
                <a16:creationId xmlns:a16="http://schemas.microsoft.com/office/drawing/2014/main" id="{553B06AB-C5AB-1A15-FAD1-387D7829E9B2}"/>
              </a:ext>
            </a:extLst>
          </p:cNvPr>
          <p:cNvSpPr txBox="1">
            <a:spLocks noChangeArrowheads="1"/>
          </p:cNvSpPr>
          <p:nvPr/>
        </p:nvSpPr>
        <p:spPr bwMode="auto">
          <a:xfrm>
            <a:off x="4538663" y="142875"/>
            <a:ext cx="44624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Capítulo 2</a:t>
            </a:r>
            <a:r>
              <a:rPr lang="pt-BR" altLang="pt-BR">
                <a:solidFill>
                  <a:srgbClr val="F2F2F2"/>
                </a:solidFill>
              </a:rPr>
              <a:t> | Métodos e critérios de decisão na análise de investimentos de capital</a:t>
            </a:r>
          </a:p>
          <a:p>
            <a:pPr eaLnBrk="1" hangingPunct="1"/>
            <a:endParaRPr lang="pt-BR" altLang="pt-BR">
              <a:solidFill>
                <a:srgbClr val="F12130"/>
              </a:solidFill>
            </a:endParaRPr>
          </a:p>
        </p:txBody>
      </p:sp>
      <p:graphicFrame>
        <p:nvGraphicFramePr>
          <p:cNvPr id="12" name="Tabela 11">
            <a:extLst>
              <a:ext uri="{FF2B5EF4-FFF2-40B4-BE49-F238E27FC236}">
                <a16:creationId xmlns:a16="http://schemas.microsoft.com/office/drawing/2014/main" id="{8C456655-726F-98AE-1658-0DB90997041C}"/>
              </a:ext>
            </a:extLst>
          </p:cNvPr>
          <p:cNvGraphicFramePr>
            <a:graphicFrameLocks noGrp="1"/>
          </p:cNvGraphicFramePr>
          <p:nvPr/>
        </p:nvGraphicFramePr>
        <p:xfrm>
          <a:off x="1714500" y="3714750"/>
          <a:ext cx="5572124" cy="2124075"/>
        </p:xfrm>
        <a:graphic>
          <a:graphicData uri="http://schemas.openxmlformats.org/drawingml/2006/table">
            <a:tbl>
              <a:tblPr firstRow="1" bandRow="1">
                <a:tableStyleId>{5C22544A-7EE6-4342-B048-85BDC9FD1C3A}</a:tableStyleId>
              </a:tblPr>
              <a:tblGrid>
                <a:gridCol w="1157291">
                  <a:extLst>
                    <a:ext uri="{9D8B030D-6E8A-4147-A177-3AD203B41FA5}">
                      <a16:colId xmlns:a16="http://schemas.microsoft.com/office/drawing/2014/main" val="20000"/>
                    </a:ext>
                  </a:extLst>
                </a:gridCol>
                <a:gridCol w="1271572">
                  <a:extLst>
                    <a:ext uri="{9D8B030D-6E8A-4147-A177-3AD203B41FA5}">
                      <a16:colId xmlns:a16="http://schemas.microsoft.com/office/drawing/2014/main" val="20001"/>
                    </a:ext>
                  </a:extLst>
                </a:gridCol>
                <a:gridCol w="1428755">
                  <a:extLst>
                    <a:ext uri="{9D8B030D-6E8A-4147-A177-3AD203B41FA5}">
                      <a16:colId xmlns:a16="http://schemas.microsoft.com/office/drawing/2014/main" val="20002"/>
                    </a:ext>
                  </a:extLst>
                </a:gridCol>
                <a:gridCol w="1714506">
                  <a:extLst>
                    <a:ext uri="{9D8B030D-6E8A-4147-A177-3AD203B41FA5}">
                      <a16:colId xmlns:a16="http://schemas.microsoft.com/office/drawing/2014/main" val="20003"/>
                    </a:ext>
                  </a:extLst>
                </a:gridCol>
              </a:tblGrid>
              <a:tr h="640271">
                <a:tc>
                  <a:txBody>
                    <a:bodyPr/>
                    <a:lstStyle/>
                    <a:p>
                      <a:r>
                        <a:rPr lang="pt-BR" sz="1200" dirty="0"/>
                        <a:t>Voltagem</a:t>
                      </a:r>
                    </a:p>
                  </a:txBody>
                  <a:tcPr marT="45734" marB="45734"/>
                </a:tc>
                <a:tc>
                  <a:txBody>
                    <a:bodyPr/>
                    <a:lstStyle/>
                    <a:p>
                      <a:r>
                        <a:rPr lang="pt-BR" sz="1200" dirty="0"/>
                        <a:t>Investimento (US$/Km)</a:t>
                      </a:r>
                    </a:p>
                  </a:txBody>
                  <a:tcPr marT="45734" marB="45734"/>
                </a:tc>
                <a:tc>
                  <a:txBody>
                    <a:bodyPr/>
                    <a:lstStyle/>
                    <a:p>
                      <a:r>
                        <a:rPr lang="pt-BR" sz="1200" dirty="0"/>
                        <a:t>Custos de manutenção (US$/ano/Km)</a:t>
                      </a:r>
                    </a:p>
                  </a:txBody>
                  <a:tcPr marT="45734" marB="45734"/>
                </a:tc>
                <a:tc>
                  <a:txBody>
                    <a:bodyPr/>
                    <a:lstStyle/>
                    <a:p>
                      <a:r>
                        <a:rPr lang="pt-BR" sz="1200" dirty="0"/>
                        <a:t>Perdas de </a:t>
                      </a:r>
                      <a:r>
                        <a:rPr lang="pt-BR" sz="1200" baseline="0" dirty="0"/>
                        <a:t> energia (US$/ano/Km)</a:t>
                      </a:r>
                      <a:endParaRPr lang="pt-BR" sz="1200" dirty="0"/>
                    </a:p>
                  </a:txBody>
                  <a:tcPr marT="45734" marB="45734"/>
                </a:tc>
                <a:extLst>
                  <a:ext uri="{0D108BD9-81ED-4DB2-BD59-A6C34878D82A}">
                    <a16:rowId xmlns:a16="http://schemas.microsoft.com/office/drawing/2014/main" val="10000"/>
                  </a:ext>
                </a:extLst>
              </a:tr>
              <a:tr h="370951">
                <a:tc>
                  <a:txBody>
                    <a:bodyPr/>
                    <a:lstStyle/>
                    <a:p>
                      <a:r>
                        <a:rPr lang="pt-BR" sz="1400" dirty="0"/>
                        <a:t>54</a:t>
                      </a:r>
                    </a:p>
                  </a:txBody>
                  <a:tcPr marT="45734" marB="45734"/>
                </a:tc>
                <a:tc>
                  <a:txBody>
                    <a:bodyPr/>
                    <a:lstStyle/>
                    <a:p>
                      <a:r>
                        <a:rPr lang="pt-BR" sz="1400" dirty="0"/>
                        <a:t>8.400</a:t>
                      </a:r>
                    </a:p>
                  </a:txBody>
                  <a:tcPr marT="45734" marB="45734"/>
                </a:tc>
                <a:tc>
                  <a:txBody>
                    <a:bodyPr/>
                    <a:lstStyle/>
                    <a:p>
                      <a:r>
                        <a:rPr lang="pt-BR" sz="1400" dirty="0"/>
                        <a:t>300</a:t>
                      </a:r>
                    </a:p>
                  </a:txBody>
                  <a:tcPr marT="45734" marB="45734"/>
                </a:tc>
                <a:tc>
                  <a:txBody>
                    <a:bodyPr/>
                    <a:lstStyle/>
                    <a:p>
                      <a:r>
                        <a:rPr lang="pt-BR" sz="1400" dirty="0"/>
                        <a:t>3.000</a:t>
                      </a:r>
                    </a:p>
                  </a:txBody>
                  <a:tcPr marT="45734" marB="45734"/>
                </a:tc>
                <a:extLst>
                  <a:ext uri="{0D108BD9-81ED-4DB2-BD59-A6C34878D82A}">
                    <a16:rowId xmlns:a16="http://schemas.microsoft.com/office/drawing/2014/main" val="10001"/>
                  </a:ext>
                </a:extLst>
              </a:tr>
              <a:tr h="370951">
                <a:tc>
                  <a:txBody>
                    <a:bodyPr/>
                    <a:lstStyle/>
                    <a:p>
                      <a:r>
                        <a:rPr lang="pt-BR" sz="1400" dirty="0"/>
                        <a:t>110</a:t>
                      </a:r>
                    </a:p>
                  </a:txBody>
                  <a:tcPr marT="45734" marB="45734"/>
                </a:tc>
                <a:tc>
                  <a:txBody>
                    <a:bodyPr/>
                    <a:lstStyle/>
                    <a:p>
                      <a:r>
                        <a:rPr lang="pt-BR" sz="1400" dirty="0"/>
                        <a:t>10.200</a:t>
                      </a:r>
                    </a:p>
                  </a:txBody>
                  <a:tcPr marT="45734" marB="45734"/>
                </a:tc>
                <a:tc>
                  <a:txBody>
                    <a:bodyPr/>
                    <a:lstStyle/>
                    <a:p>
                      <a:r>
                        <a:rPr lang="pt-BR" sz="1400" dirty="0"/>
                        <a:t>300</a:t>
                      </a:r>
                    </a:p>
                  </a:txBody>
                  <a:tcPr marT="45734" marB="45734"/>
                </a:tc>
                <a:tc>
                  <a:txBody>
                    <a:bodyPr/>
                    <a:lstStyle/>
                    <a:p>
                      <a:r>
                        <a:rPr lang="pt-BR" sz="1400" dirty="0"/>
                        <a:t>2.125</a:t>
                      </a:r>
                    </a:p>
                  </a:txBody>
                  <a:tcPr marT="45734" marB="45734"/>
                </a:tc>
                <a:extLst>
                  <a:ext uri="{0D108BD9-81ED-4DB2-BD59-A6C34878D82A}">
                    <a16:rowId xmlns:a16="http://schemas.microsoft.com/office/drawing/2014/main" val="10002"/>
                  </a:ext>
                </a:extLst>
              </a:tr>
              <a:tr h="370951">
                <a:tc>
                  <a:txBody>
                    <a:bodyPr/>
                    <a:lstStyle/>
                    <a:p>
                      <a:r>
                        <a:rPr lang="pt-BR" sz="1400" dirty="0"/>
                        <a:t>220</a:t>
                      </a:r>
                    </a:p>
                  </a:txBody>
                  <a:tcPr marT="45734" marB="45734"/>
                </a:tc>
                <a:tc>
                  <a:txBody>
                    <a:bodyPr/>
                    <a:lstStyle/>
                    <a:p>
                      <a:r>
                        <a:rPr lang="pt-BR" sz="1400" dirty="0"/>
                        <a:t>12.000</a:t>
                      </a:r>
                    </a:p>
                  </a:txBody>
                  <a:tcPr marT="45734" marB="45734"/>
                </a:tc>
                <a:tc>
                  <a:txBody>
                    <a:bodyPr/>
                    <a:lstStyle/>
                    <a:p>
                      <a:r>
                        <a:rPr lang="pt-BR" sz="1400" dirty="0"/>
                        <a:t>300</a:t>
                      </a:r>
                    </a:p>
                  </a:txBody>
                  <a:tcPr marT="45734" marB="45734"/>
                </a:tc>
                <a:tc>
                  <a:txBody>
                    <a:bodyPr/>
                    <a:lstStyle/>
                    <a:p>
                      <a:r>
                        <a:rPr lang="pt-BR" sz="1400" dirty="0"/>
                        <a:t>1.785</a:t>
                      </a:r>
                    </a:p>
                  </a:txBody>
                  <a:tcPr marT="45734" marB="45734"/>
                </a:tc>
                <a:extLst>
                  <a:ext uri="{0D108BD9-81ED-4DB2-BD59-A6C34878D82A}">
                    <a16:rowId xmlns:a16="http://schemas.microsoft.com/office/drawing/2014/main" val="10003"/>
                  </a:ext>
                </a:extLst>
              </a:tr>
              <a:tr h="370951">
                <a:tc>
                  <a:txBody>
                    <a:bodyPr/>
                    <a:lstStyle/>
                    <a:p>
                      <a:r>
                        <a:rPr lang="pt-BR" sz="1400" dirty="0"/>
                        <a:t>500</a:t>
                      </a:r>
                    </a:p>
                  </a:txBody>
                  <a:tcPr marT="45734" marB="45734"/>
                </a:tc>
                <a:tc>
                  <a:txBody>
                    <a:bodyPr/>
                    <a:lstStyle/>
                    <a:p>
                      <a:r>
                        <a:rPr lang="pt-BR" sz="1400" dirty="0"/>
                        <a:t>18.000</a:t>
                      </a:r>
                    </a:p>
                  </a:txBody>
                  <a:tcPr marT="45734" marB="45734"/>
                </a:tc>
                <a:tc>
                  <a:txBody>
                    <a:bodyPr/>
                    <a:lstStyle/>
                    <a:p>
                      <a:r>
                        <a:rPr lang="pt-BR" sz="1400" dirty="0"/>
                        <a:t>300</a:t>
                      </a:r>
                    </a:p>
                  </a:txBody>
                  <a:tcPr marT="45734" marB="45734"/>
                </a:tc>
                <a:tc>
                  <a:txBody>
                    <a:bodyPr/>
                    <a:lstStyle/>
                    <a:p>
                      <a:r>
                        <a:rPr lang="pt-BR" sz="1400" dirty="0"/>
                        <a:t>1.410</a:t>
                      </a:r>
                    </a:p>
                  </a:txBody>
                  <a:tcPr marT="45734" marB="45734"/>
                </a:tc>
                <a:extLst>
                  <a:ext uri="{0D108BD9-81ED-4DB2-BD59-A6C34878D82A}">
                    <a16:rowId xmlns:a16="http://schemas.microsoft.com/office/drawing/2014/main" val="10004"/>
                  </a:ext>
                </a:extLst>
              </a:tr>
            </a:tbl>
          </a:graphicData>
        </a:graphic>
      </p:graphicFrame>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2770" name="CaixaDeTexto 3">
            <a:extLst>
              <a:ext uri="{FF2B5EF4-FFF2-40B4-BE49-F238E27FC236}">
                <a16:creationId xmlns:a16="http://schemas.microsoft.com/office/drawing/2014/main" id="{44E556A9-BF61-390C-EF4B-31C7EC8E543F}"/>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32771" name="CaixaDeTexto 6">
            <a:extLst>
              <a:ext uri="{FF2B5EF4-FFF2-40B4-BE49-F238E27FC236}">
                <a16:creationId xmlns:a16="http://schemas.microsoft.com/office/drawing/2014/main" id="{2AB29183-C828-1AEF-A262-81D468141477}"/>
              </a:ext>
            </a:extLst>
          </p:cNvPr>
          <p:cNvSpPr txBox="1">
            <a:spLocks noChangeArrowheads="1"/>
          </p:cNvSpPr>
          <p:nvPr/>
        </p:nvSpPr>
        <p:spPr bwMode="auto">
          <a:xfrm>
            <a:off x="1428750" y="2643188"/>
            <a:ext cx="6715125"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solidFill>
                  <a:srgbClr val="000000"/>
                </a:solidFill>
              </a:rPr>
              <a:t>5.	Um equipamento com custo de aquisição de R$ 100.000,00 tem vida útil de 3 anos e valor residual que depende do número de anos de uso: R$60.000,00; R$15.000,00 e R$10.000,00, respectivamente, para 1 anos, 2 anos e 3 anos de uso. Os custos operacionais projetados são de R$20.000,00/ano, R$28.000,00/ano e R$42.000,00/ano, respectivamente, para cada ano de operação. Determine o tempo ótimo de substituição, considerando um custo do capital de 10% ao ano.</a:t>
            </a:r>
          </a:p>
        </p:txBody>
      </p:sp>
      <p:sp>
        <p:nvSpPr>
          <p:cNvPr id="32772" name="CaixaDeTexto 10">
            <a:extLst>
              <a:ext uri="{FF2B5EF4-FFF2-40B4-BE49-F238E27FC236}">
                <a16:creationId xmlns:a16="http://schemas.microsoft.com/office/drawing/2014/main" id="{DC06DE4F-E5BB-D280-17C5-F26B27BF3073}"/>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32773" name="CaixaDeTexto 12">
            <a:extLst>
              <a:ext uri="{FF2B5EF4-FFF2-40B4-BE49-F238E27FC236}">
                <a16:creationId xmlns:a16="http://schemas.microsoft.com/office/drawing/2014/main" id="{BF88F44C-0AD0-8B3E-0ADB-6AD1727E07D2}"/>
              </a:ext>
            </a:extLst>
          </p:cNvPr>
          <p:cNvSpPr txBox="1">
            <a:spLocks noChangeArrowheads="1"/>
          </p:cNvSpPr>
          <p:nvPr/>
        </p:nvSpPr>
        <p:spPr bwMode="auto">
          <a:xfrm>
            <a:off x="1571625" y="2071688"/>
            <a:ext cx="12874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Exercício:</a:t>
            </a:r>
          </a:p>
        </p:txBody>
      </p:sp>
      <p:sp>
        <p:nvSpPr>
          <p:cNvPr id="3079" name="Espaço Reservado para Número de Slide 7">
            <a:extLst>
              <a:ext uri="{FF2B5EF4-FFF2-40B4-BE49-F238E27FC236}">
                <a16:creationId xmlns:a16="http://schemas.microsoft.com/office/drawing/2014/main" id="{861A5F20-1D75-EA44-59C0-E52473D9C1AF}"/>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D3AF6C59-F706-4A37-84BF-57B9AEF3BD4E}" type="slidenum">
              <a:rPr lang="pt-BR" altLang="pt-BR">
                <a:solidFill>
                  <a:srgbClr val="2C5DAA"/>
                </a:solidFill>
                <a:latin typeface="Calibri" panose="020F0502020204030204" pitchFamily="34" charset="0"/>
              </a:rPr>
              <a:pPr eaLnBrk="1" hangingPunct="1"/>
              <a:t>25</a:t>
            </a:fld>
            <a:endParaRPr lang="pt-BR" altLang="pt-BR">
              <a:solidFill>
                <a:srgbClr val="2C5DAA"/>
              </a:solidFill>
              <a:latin typeface="Calibri" panose="020F0502020204030204" pitchFamily="34" charset="0"/>
            </a:endParaRPr>
          </a:p>
        </p:txBody>
      </p:sp>
      <p:sp>
        <p:nvSpPr>
          <p:cNvPr id="32775" name="CaixaDeTexto 10">
            <a:extLst>
              <a:ext uri="{FF2B5EF4-FFF2-40B4-BE49-F238E27FC236}">
                <a16:creationId xmlns:a16="http://schemas.microsoft.com/office/drawing/2014/main" id="{7DA52728-25F9-3EE6-2F6C-616D28A9C0A1}"/>
              </a:ext>
            </a:extLst>
          </p:cNvPr>
          <p:cNvSpPr txBox="1">
            <a:spLocks noChangeArrowheads="1"/>
          </p:cNvSpPr>
          <p:nvPr/>
        </p:nvSpPr>
        <p:spPr bwMode="auto">
          <a:xfrm>
            <a:off x="4538663" y="142875"/>
            <a:ext cx="44624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Capítulo 2</a:t>
            </a:r>
            <a:r>
              <a:rPr lang="pt-BR" altLang="pt-BR">
                <a:solidFill>
                  <a:srgbClr val="F2F2F2"/>
                </a:solidFill>
              </a:rPr>
              <a:t> | Métodos e critérios de decisão na análise de investimentos de capital</a:t>
            </a:r>
          </a:p>
          <a:p>
            <a:pPr eaLnBrk="1" hangingPunct="1"/>
            <a:endParaRPr lang="pt-BR" altLang="pt-BR">
              <a:solidFill>
                <a:srgbClr val="F12130"/>
              </a:solidFill>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3794" name="CaixaDeTexto 3">
            <a:extLst>
              <a:ext uri="{FF2B5EF4-FFF2-40B4-BE49-F238E27FC236}">
                <a16:creationId xmlns:a16="http://schemas.microsoft.com/office/drawing/2014/main" id="{F5013CE9-523D-37E3-9816-CB02EA241C1A}"/>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33795" name="CaixaDeTexto 6">
            <a:extLst>
              <a:ext uri="{FF2B5EF4-FFF2-40B4-BE49-F238E27FC236}">
                <a16:creationId xmlns:a16="http://schemas.microsoft.com/office/drawing/2014/main" id="{AB05D23A-CA88-8E51-E7BA-0F1872F9206B}"/>
              </a:ext>
            </a:extLst>
          </p:cNvPr>
          <p:cNvSpPr txBox="1">
            <a:spLocks noChangeArrowheads="1"/>
          </p:cNvSpPr>
          <p:nvPr/>
        </p:nvSpPr>
        <p:spPr bwMode="auto">
          <a:xfrm>
            <a:off x="1571625" y="2681288"/>
            <a:ext cx="6715125" cy="226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t>A maioria dos investimentos empresariais tende a ser independente, ou seja, a escolha de um não impede a escolha de outro. Contudo, existem circunstâncias nas quais as alternativas competem entre si em seus propósitos específicos. Se uma for escolhida, as outras serão eliminadas por essa única decisão. Isso ocorre, tipicamente, quando são analisadas duas formas alternativas de resolver um problema.</a:t>
            </a:r>
          </a:p>
        </p:txBody>
      </p:sp>
      <p:sp>
        <p:nvSpPr>
          <p:cNvPr id="10" name="CaixaDeTexto 9">
            <a:extLst>
              <a:ext uri="{FF2B5EF4-FFF2-40B4-BE49-F238E27FC236}">
                <a16:creationId xmlns:a16="http://schemas.microsoft.com/office/drawing/2014/main" id="{0691E6A8-7338-3CED-85CE-6D5116DBEBB5}"/>
              </a:ext>
            </a:extLst>
          </p:cNvPr>
          <p:cNvSpPr txBox="1"/>
          <p:nvPr/>
        </p:nvSpPr>
        <p:spPr>
          <a:xfrm>
            <a:off x="4538663" y="142875"/>
            <a:ext cx="4391025" cy="646113"/>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na análise de investimentos de capital</a:t>
            </a:r>
          </a:p>
        </p:txBody>
      </p:sp>
      <p:sp>
        <p:nvSpPr>
          <p:cNvPr id="33797" name="CaixaDeTexto 10">
            <a:extLst>
              <a:ext uri="{FF2B5EF4-FFF2-40B4-BE49-F238E27FC236}">
                <a16:creationId xmlns:a16="http://schemas.microsoft.com/office/drawing/2014/main" id="{A52BB567-FE2B-18FB-E369-F79F7611CD9E}"/>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33798" name="CaixaDeTexto 12">
            <a:extLst>
              <a:ext uri="{FF2B5EF4-FFF2-40B4-BE49-F238E27FC236}">
                <a16:creationId xmlns:a16="http://schemas.microsoft.com/office/drawing/2014/main" id="{99F931B6-2AF9-AC6C-AABC-9BF2F870623B}"/>
              </a:ext>
            </a:extLst>
          </p:cNvPr>
          <p:cNvSpPr txBox="1">
            <a:spLocks noChangeArrowheads="1"/>
          </p:cNvSpPr>
          <p:nvPr/>
        </p:nvSpPr>
        <p:spPr bwMode="auto">
          <a:xfrm>
            <a:off x="1571625" y="2130425"/>
            <a:ext cx="47164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2.7 Alternativas mutuamente excludentes</a:t>
            </a:r>
          </a:p>
        </p:txBody>
      </p:sp>
      <p:sp>
        <p:nvSpPr>
          <p:cNvPr id="3079" name="Espaço Reservado para Número de Slide 7">
            <a:extLst>
              <a:ext uri="{FF2B5EF4-FFF2-40B4-BE49-F238E27FC236}">
                <a16:creationId xmlns:a16="http://schemas.microsoft.com/office/drawing/2014/main" id="{4E945F8C-E358-A01B-8A6F-D40C88C06900}"/>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72B316D2-1A89-47E7-A552-6EC9FC21BA0B}" type="slidenum">
              <a:rPr lang="pt-BR" altLang="pt-BR">
                <a:solidFill>
                  <a:srgbClr val="2C5DAA"/>
                </a:solidFill>
                <a:latin typeface="Calibri" panose="020F0502020204030204" pitchFamily="34" charset="0"/>
              </a:rPr>
              <a:pPr eaLnBrk="1" hangingPunct="1"/>
              <a:t>26</a:t>
            </a:fld>
            <a:endParaRPr lang="pt-BR" altLang="pt-BR">
              <a:solidFill>
                <a:srgbClr val="2C5DAA"/>
              </a:solidFill>
              <a:latin typeface="Calibri" panose="020F0502020204030204" pitchFamily="34" charset="0"/>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4818" name="CaixaDeTexto 3">
            <a:extLst>
              <a:ext uri="{FF2B5EF4-FFF2-40B4-BE49-F238E27FC236}">
                <a16:creationId xmlns:a16="http://schemas.microsoft.com/office/drawing/2014/main" id="{5EB077C6-3965-C98C-3E82-1B3C62C4506C}"/>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34819" name="CaixaDeTexto 6">
            <a:extLst>
              <a:ext uri="{FF2B5EF4-FFF2-40B4-BE49-F238E27FC236}">
                <a16:creationId xmlns:a16="http://schemas.microsoft.com/office/drawing/2014/main" id="{72E08D66-A094-E48C-E78C-84CAC03271AF}"/>
              </a:ext>
            </a:extLst>
          </p:cNvPr>
          <p:cNvSpPr txBox="1">
            <a:spLocks noChangeArrowheads="1"/>
          </p:cNvSpPr>
          <p:nvPr/>
        </p:nvSpPr>
        <p:spPr bwMode="auto">
          <a:xfrm>
            <a:off x="1528763" y="2813050"/>
            <a:ext cx="6858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t>Um problema ou limitação da TIR é conhecido como problema do reinvestimento. No intuito de explicá-lo, recorremos às alternativas </a:t>
            </a:r>
            <a:r>
              <a:rPr lang="pt-BR" altLang="pt-BR" sz="1600" b="1"/>
              <a:t>R</a:t>
            </a:r>
            <a:r>
              <a:rPr lang="pt-BR" altLang="pt-BR" sz="1600"/>
              <a:t> e </a:t>
            </a:r>
            <a:r>
              <a:rPr lang="pt-BR" altLang="pt-BR" sz="1600" b="1"/>
              <a:t>S</a:t>
            </a:r>
            <a:r>
              <a:rPr lang="pt-BR" altLang="pt-BR" sz="1600"/>
              <a:t>:</a:t>
            </a:r>
          </a:p>
        </p:txBody>
      </p:sp>
      <p:sp>
        <p:nvSpPr>
          <p:cNvPr id="10" name="CaixaDeTexto 9">
            <a:extLst>
              <a:ext uri="{FF2B5EF4-FFF2-40B4-BE49-F238E27FC236}">
                <a16:creationId xmlns:a16="http://schemas.microsoft.com/office/drawing/2014/main" id="{DEA4EFBB-1958-D35D-F17F-37A469D6BDBB}"/>
              </a:ext>
            </a:extLst>
          </p:cNvPr>
          <p:cNvSpPr txBox="1"/>
          <p:nvPr/>
        </p:nvSpPr>
        <p:spPr>
          <a:xfrm>
            <a:off x="4538663" y="142875"/>
            <a:ext cx="4391025" cy="646113"/>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na análise de investimentos de capital</a:t>
            </a:r>
          </a:p>
        </p:txBody>
      </p:sp>
      <p:sp>
        <p:nvSpPr>
          <p:cNvPr id="34821" name="CaixaDeTexto 10">
            <a:extLst>
              <a:ext uri="{FF2B5EF4-FFF2-40B4-BE49-F238E27FC236}">
                <a16:creationId xmlns:a16="http://schemas.microsoft.com/office/drawing/2014/main" id="{8E54D6DE-5619-DDD4-A5D9-03D9CAD57B03}"/>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34822" name="CaixaDeTexto 12">
            <a:extLst>
              <a:ext uri="{FF2B5EF4-FFF2-40B4-BE49-F238E27FC236}">
                <a16:creationId xmlns:a16="http://schemas.microsoft.com/office/drawing/2014/main" id="{31CFCF71-C148-98B4-B9FA-2A4B9F7150E6}"/>
              </a:ext>
            </a:extLst>
          </p:cNvPr>
          <p:cNvSpPr txBox="1">
            <a:spLocks noChangeArrowheads="1"/>
          </p:cNvSpPr>
          <p:nvPr/>
        </p:nvSpPr>
        <p:spPr bwMode="auto">
          <a:xfrm>
            <a:off x="1571625" y="2130425"/>
            <a:ext cx="6715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600" b="1">
                <a:solidFill>
                  <a:srgbClr val="2C5DAA"/>
                </a:solidFill>
              </a:rPr>
              <a:t>Informações sobre as alternativas R e S relativas ao problema do reinvestimento</a:t>
            </a:r>
          </a:p>
        </p:txBody>
      </p:sp>
      <p:sp>
        <p:nvSpPr>
          <p:cNvPr id="3079" name="Espaço Reservado para Número de Slide 7">
            <a:extLst>
              <a:ext uri="{FF2B5EF4-FFF2-40B4-BE49-F238E27FC236}">
                <a16:creationId xmlns:a16="http://schemas.microsoft.com/office/drawing/2014/main" id="{91F5DB68-7B45-762C-6F70-75511FF508BB}"/>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7084F0B3-D756-47CB-8B42-1F28AD8C1A87}" type="slidenum">
              <a:rPr lang="pt-BR" altLang="pt-BR">
                <a:solidFill>
                  <a:srgbClr val="2C5DAA"/>
                </a:solidFill>
                <a:latin typeface="Calibri" panose="020F0502020204030204" pitchFamily="34" charset="0"/>
              </a:rPr>
              <a:pPr eaLnBrk="1" hangingPunct="1"/>
              <a:t>27</a:t>
            </a:fld>
            <a:endParaRPr lang="pt-BR" altLang="pt-BR">
              <a:solidFill>
                <a:srgbClr val="2C5DAA"/>
              </a:solidFill>
              <a:latin typeface="Calibri" panose="020F0502020204030204" pitchFamily="34" charset="0"/>
            </a:endParaRPr>
          </a:p>
        </p:txBody>
      </p:sp>
      <p:pic>
        <p:nvPicPr>
          <p:cNvPr id="2050" name="Picture 2">
            <a:extLst>
              <a:ext uri="{FF2B5EF4-FFF2-40B4-BE49-F238E27FC236}">
                <a16:creationId xmlns:a16="http://schemas.microsoft.com/office/drawing/2014/main" id="{9E64DA78-0EE1-16CD-4281-807F00A9503E}"/>
              </a:ext>
            </a:extLst>
          </p:cNvPr>
          <p:cNvPicPr>
            <a:picLocks noChangeAspect="1" noChangeArrowheads="1"/>
          </p:cNvPicPr>
          <p:nvPr/>
        </p:nvPicPr>
        <p:blipFill>
          <a:blip r:embed="rId4"/>
          <a:srcRect l="24479" t="57500" r="25000" b="25000"/>
          <a:stretch>
            <a:fillRect/>
          </a:stretch>
        </p:blipFill>
        <p:spPr bwMode="auto">
          <a:xfrm>
            <a:off x="1857375" y="3929063"/>
            <a:ext cx="5786438" cy="1252537"/>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5842" name="CaixaDeTexto 3">
            <a:extLst>
              <a:ext uri="{FF2B5EF4-FFF2-40B4-BE49-F238E27FC236}">
                <a16:creationId xmlns:a16="http://schemas.microsoft.com/office/drawing/2014/main" id="{C6895BEF-440B-ADDB-8BDB-A3406069DF00}"/>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35843" name="CaixaDeTexto 6">
            <a:extLst>
              <a:ext uri="{FF2B5EF4-FFF2-40B4-BE49-F238E27FC236}">
                <a16:creationId xmlns:a16="http://schemas.microsoft.com/office/drawing/2014/main" id="{562E1549-8CAF-B8EF-E223-97975E7E5AD6}"/>
              </a:ext>
            </a:extLst>
          </p:cNvPr>
          <p:cNvSpPr txBox="1">
            <a:spLocks noChangeArrowheads="1"/>
          </p:cNvSpPr>
          <p:nvPr/>
        </p:nvSpPr>
        <p:spPr bwMode="auto">
          <a:xfrm>
            <a:off x="1643063" y="2571750"/>
            <a:ext cx="6858000" cy="166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400"/>
              <a:t>As duas curvas se encontram em TIR = 50%, conhecida como </a:t>
            </a:r>
            <a:r>
              <a:rPr lang="pt-BR" altLang="pt-BR" sz="1400" i="1"/>
              <a:t>taxa incremental de Fisher . </a:t>
            </a:r>
            <a:r>
              <a:rPr lang="pt-BR" altLang="pt-BR" sz="1400"/>
              <a:t>Pelo critério da TIR, a alternativa R seria selecionada.  Entretanto, pelo critério do VPL, a seleção dependerá da </a:t>
            </a:r>
            <a:r>
              <a:rPr lang="pt-BR" altLang="pt-BR" sz="1400" i="1"/>
              <a:t>taxa incremental de Fisher.  </a:t>
            </a:r>
            <a:r>
              <a:rPr lang="pt-BR" altLang="pt-BR" sz="1400"/>
              <a:t>Se o custo de capital for menor que a </a:t>
            </a:r>
            <a:r>
              <a:rPr lang="pt-BR" altLang="pt-BR" sz="1400" i="1"/>
              <a:t>taxa incremental</a:t>
            </a:r>
            <a:r>
              <a:rPr lang="pt-BR" altLang="pt-BR" sz="1400"/>
              <a:t>, S é preferível, caso contrário R será escolhido.</a:t>
            </a:r>
          </a:p>
        </p:txBody>
      </p:sp>
      <p:sp>
        <p:nvSpPr>
          <p:cNvPr id="10" name="CaixaDeTexto 9">
            <a:extLst>
              <a:ext uri="{FF2B5EF4-FFF2-40B4-BE49-F238E27FC236}">
                <a16:creationId xmlns:a16="http://schemas.microsoft.com/office/drawing/2014/main" id="{FE96B270-3F74-23F4-EF2B-E1B747CED8AA}"/>
              </a:ext>
            </a:extLst>
          </p:cNvPr>
          <p:cNvSpPr txBox="1"/>
          <p:nvPr/>
        </p:nvSpPr>
        <p:spPr>
          <a:xfrm>
            <a:off x="4538663" y="142875"/>
            <a:ext cx="4391025" cy="646113"/>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na análise de investimentos de capital</a:t>
            </a:r>
          </a:p>
        </p:txBody>
      </p:sp>
      <p:sp>
        <p:nvSpPr>
          <p:cNvPr id="35845" name="CaixaDeTexto 10">
            <a:extLst>
              <a:ext uri="{FF2B5EF4-FFF2-40B4-BE49-F238E27FC236}">
                <a16:creationId xmlns:a16="http://schemas.microsoft.com/office/drawing/2014/main" id="{6C03ED13-A57E-01F2-2FB8-C2FFC014733F}"/>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35846" name="CaixaDeTexto 12">
            <a:extLst>
              <a:ext uri="{FF2B5EF4-FFF2-40B4-BE49-F238E27FC236}">
                <a16:creationId xmlns:a16="http://schemas.microsoft.com/office/drawing/2014/main" id="{A1F2EFB0-1CC5-0341-0408-89A45FE0A4B1}"/>
              </a:ext>
            </a:extLst>
          </p:cNvPr>
          <p:cNvSpPr txBox="1">
            <a:spLocks noChangeArrowheads="1"/>
          </p:cNvSpPr>
          <p:nvPr/>
        </p:nvSpPr>
        <p:spPr bwMode="auto">
          <a:xfrm>
            <a:off x="1857375" y="1928813"/>
            <a:ext cx="6715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600" b="1">
                <a:solidFill>
                  <a:srgbClr val="2C5DAA"/>
                </a:solidFill>
              </a:rPr>
              <a:t>Informações sobre as alternativas R e S relativas ao problema do reinvestimento</a:t>
            </a:r>
          </a:p>
        </p:txBody>
      </p:sp>
      <p:sp>
        <p:nvSpPr>
          <p:cNvPr id="3079" name="Espaço Reservado para Número de Slide 7">
            <a:extLst>
              <a:ext uri="{FF2B5EF4-FFF2-40B4-BE49-F238E27FC236}">
                <a16:creationId xmlns:a16="http://schemas.microsoft.com/office/drawing/2014/main" id="{C8417558-3E1F-E8C6-8A77-D8F1D6743E45}"/>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5C216264-36EA-41CC-BFD8-0917E46BDD4B}" type="slidenum">
              <a:rPr lang="pt-BR" altLang="pt-BR">
                <a:solidFill>
                  <a:srgbClr val="2C5DAA"/>
                </a:solidFill>
                <a:latin typeface="Calibri" panose="020F0502020204030204" pitchFamily="34" charset="0"/>
              </a:rPr>
              <a:pPr eaLnBrk="1" hangingPunct="1"/>
              <a:t>28</a:t>
            </a:fld>
            <a:endParaRPr lang="pt-BR" altLang="pt-BR">
              <a:solidFill>
                <a:srgbClr val="2C5DAA"/>
              </a:solidFill>
              <a:latin typeface="Calibri" panose="020F0502020204030204" pitchFamily="34" charset="0"/>
            </a:endParaRPr>
          </a:p>
        </p:txBody>
      </p:sp>
      <p:graphicFrame>
        <p:nvGraphicFramePr>
          <p:cNvPr id="9" name="Gráfico 8">
            <a:extLst>
              <a:ext uri="{FF2B5EF4-FFF2-40B4-BE49-F238E27FC236}">
                <a16:creationId xmlns:a16="http://schemas.microsoft.com/office/drawing/2014/main" id="{70024819-DAE6-CD21-E342-4D20A40134C2}"/>
              </a:ext>
            </a:extLst>
          </p:cNvPr>
          <p:cNvGraphicFramePr/>
          <p:nvPr/>
        </p:nvGraphicFramePr>
        <p:xfrm>
          <a:off x="2571736" y="4286256"/>
          <a:ext cx="4000496" cy="167163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6866" name="CaixaDeTexto 3">
            <a:extLst>
              <a:ext uri="{FF2B5EF4-FFF2-40B4-BE49-F238E27FC236}">
                <a16:creationId xmlns:a16="http://schemas.microsoft.com/office/drawing/2014/main" id="{777BBFD5-588A-D219-02ED-9C634ABDF627}"/>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36867" name="CaixaDeTexto 6">
            <a:extLst>
              <a:ext uri="{FF2B5EF4-FFF2-40B4-BE49-F238E27FC236}">
                <a16:creationId xmlns:a16="http://schemas.microsoft.com/office/drawing/2014/main" id="{A9F6BF4A-888B-6E43-A28D-51CC852E4AB4}"/>
              </a:ext>
            </a:extLst>
          </p:cNvPr>
          <p:cNvSpPr txBox="1">
            <a:spLocks noChangeArrowheads="1"/>
          </p:cNvSpPr>
          <p:nvPr/>
        </p:nvSpPr>
        <p:spPr bwMode="auto">
          <a:xfrm>
            <a:off x="1643063" y="2428875"/>
            <a:ext cx="6858000"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400"/>
              <a:t>Quando  os fluxos de caixa de alternativas mutuamente excludentes se distribuem de modo diferente no tempo, pode existir um contradição entre TIR e VPL. Observa-se o exemplo do quadro abaixo. </a:t>
            </a:r>
          </a:p>
        </p:txBody>
      </p:sp>
      <p:sp>
        <p:nvSpPr>
          <p:cNvPr id="10" name="CaixaDeTexto 9">
            <a:extLst>
              <a:ext uri="{FF2B5EF4-FFF2-40B4-BE49-F238E27FC236}">
                <a16:creationId xmlns:a16="http://schemas.microsoft.com/office/drawing/2014/main" id="{84311C39-1E6B-FDE9-0E70-48129FE52E20}"/>
              </a:ext>
            </a:extLst>
          </p:cNvPr>
          <p:cNvSpPr txBox="1"/>
          <p:nvPr/>
        </p:nvSpPr>
        <p:spPr>
          <a:xfrm>
            <a:off x="4538663" y="142875"/>
            <a:ext cx="4391025" cy="646113"/>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na análise de investimentos de capital</a:t>
            </a:r>
          </a:p>
        </p:txBody>
      </p:sp>
      <p:sp>
        <p:nvSpPr>
          <p:cNvPr id="36869" name="CaixaDeTexto 10">
            <a:extLst>
              <a:ext uri="{FF2B5EF4-FFF2-40B4-BE49-F238E27FC236}">
                <a16:creationId xmlns:a16="http://schemas.microsoft.com/office/drawing/2014/main" id="{FAE0BEE7-14D9-BD78-42D3-9F015E25A69E}"/>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36870" name="CaixaDeTexto 12">
            <a:extLst>
              <a:ext uri="{FF2B5EF4-FFF2-40B4-BE49-F238E27FC236}">
                <a16:creationId xmlns:a16="http://schemas.microsoft.com/office/drawing/2014/main" id="{8C672DE2-6DB0-2AEE-6F28-A7D1047213B7}"/>
              </a:ext>
            </a:extLst>
          </p:cNvPr>
          <p:cNvSpPr txBox="1">
            <a:spLocks noChangeArrowheads="1"/>
          </p:cNvSpPr>
          <p:nvPr/>
        </p:nvSpPr>
        <p:spPr bwMode="auto">
          <a:xfrm>
            <a:off x="1857375" y="2000250"/>
            <a:ext cx="67151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600" b="1">
                <a:solidFill>
                  <a:srgbClr val="2C5DAA"/>
                </a:solidFill>
              </a:rPr>
              <a:t>O problema da distribuição dos fluxos de caixa no tempo</a:t>
            </a:r>
          </a:p>
        </p:txBody>
      </p:sp>
      <p:sp>
        <p:nvSpPr>
          <p:cNvPr id="3079" name="Espaço Reservado para Número de Slide 7">
            <a:extLst>
              <a:ext uri="{FF2B5EF4-FFF2-40B4-BE49-F238E27FC236}">
                <a16:creationId xmlns:a16="http://schemas.microsoft.com/office/drawing/2014/main" id="{810AEEF5-7ED8-ED76-43C2-D41427CAB287}"/>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E5CED931-EF1E-42A1-974F-B5A231D2AF2F}" type="slidenum">
              <a:rPr lang="pt-BR" altLang="pt-BR">
                <a:solidFill>
                  <a:srgbClr val="2C5DAA"/>
                </a:solidFill>
                <a:latin typeface="Calibri" panose="020F0502020204030204" pitchFamily="34" charset="0"/>
              </a:rPr>
              <a:pPr eaLnBrk="1" hangingPunct="1"/>
              <a:t>29</a:t>
            </a:fld>
            <a:endParaRPr lang="pt-BR" altLang="pt-BR">
              <a:solidFill>
                <a:srgbClr val="2C5DAA"/>
              </a:solidFill>
              <a:latin typeface="Calibri" panose="020F0502020204030204" pitchFamily="34" charset="0"/>
            </a:endParaRPr>
          </a:p>
        </p:txBody>
      </p:sp>
      <p:graphicFrame>
        <p:nvGraphicFramePr>
          <p:cNvPr id="11" name="Tabela 10">
            <a:extLst>
              <a:ext uri="{FF2B5EF4-FFF2-40B4-BE49-F238E27FC236}">
                <a16:creationId xmlns:a16="http://schemas.microsoft.com/office/drawing/2014/main" id="{6819953A-97D1-9EEB-F332-709195B1E84B}"/>
              </a:ext>
            </a:extLst>
          </p:cNvPr>
          <p:cNvGraphicFramePr>
            <a:graphicFrameLocks noGrp="1"/>
          </p:cNvGraphicFramePr>
          <p:nvPr/>
        </p:nvGraphicFramePr>
        <p:xfrm>
          <a:off x="1714500" y="3500438"/>
          <a:ext cx="6096000" cy="1570037"/>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915">
                <a:tc>
                  <a:txBody>
                    <a:bodyPr/>
                    <a:lstStyle/>
                    <a:p>
                      <a:r>
                        <a:rPr lang="pt-BR" sz="1200" dirty="0"/>
                        <a:t>Alternativa</a:t>
                      </a:r>
                    </a:p>
                  </a:txBody>
                  <a:tcPr marT="45729" marB="45729"/>
                </a:tc>
                <a:tc>
                  <a:txBody>
                    <a:bodyPr/>
                    <a:lstStyle/>
                    <a:p>
                      <a:r>
                        <a:rPr lang="pt-BR" sz="1200" dirty="0"/>
                        <a:t>Ano 0   $</a:t>
                      </a:r>
                    </a:p>
                  </a:txBody>
                  <a:tcPr marT="45729" marB="45729"/>
                </a:tc>
                <a:tc>
                  <a:txBody>
                    <a:bodyPr/>
                    <a:lstStyle/>
                    <a:p>
                      <a:r>
                        <a:rPr lang="pt-BR" sz="1200" dirty="0"/>
                        <a:t>Ano 1  $</a:t>
                      </a:r>
                    </a:p>
                  </a:txBody>
                  <a:tcPr marT="45729" marB="45729"/>
                </a:tc>
                <a:tc>
                  <a:txBody>
                    <a:bodyPr/>
                    <a:lstStyle/>
                    <a:p>
                      <a:r>
                        <a:rPr lang="pt-BR" sz="1200" dirty="0"/>
                        <a:t>Ano 2</a:t>
                      </a:r>
                      <a:r>
                        <a:rPr lang="pt-BR" sz="1200" baseline="0" dirty="0"/>
                        <a:t>  $</a:t>
                      </a:r>
                      <a:endParaRPr lang="pt-BR" sz="1200" dirty="0"/>
                    </a:p>
                  </a:txBody>
                  <a:tcPr marT="45729" marB="45729"/>
                </a:tc>
                <a:tc>
                  <a:txBody>
                    <a:bodyPr/>
                    <a:lstStyle/>
                    <a:p>
                      <a:r>
                        <a:rPr lang="pt-BR" sz="1200" dirty="0"/>
                        <a:t>VPL (10%) $</a:t>
                      </a:r>
                    </a:p>
                  </a:txBody>
                  <a:tcPr marT="45729" marB="45729"/>
                </a:tc>
                <a:tc>
                  <a:txBody>
                    <a:bodyPr/>
                    <a:lstStyle/>
                    <a:p>
                      <a:r>
                        <a:rPr lang="pt-BR" sz="1200" dirty="0"/>
                        <a:t>TIR %</a:t>
                      </a:r>
                    </a:p>
                  </a:txBody>
                  <a:tcPr marT="45729" marB="45729"/>
                </a:tc>
                <a:extLst>
                  <a:ext uri="{0D108BD9-81ED-4DB2-BD59-A6C34878D82A}">
                    <a16:rowId xmlns:a16="http://schemas.microsoft.com/office/drawing/2014/main" val="10000"/>
                  </a:ext>
                </a:extLst>
              </a:tr>
              <a:tr h="370915">
                <a:tc>
                  <a:txBody>
                    <a:bodyPr/>
                    <a:lstStyle/>
                    <a:p>
                      <a:r>
                        <a:rPr lang="pt-BR" sz="1200" dirty="0"/>
                        <a:t>X</a:t>
                      </a:r>
                    </a:p>
                  </a:txBody>
                  <a:tcPr marT="45729" marB="45729"/>
                </a:tc>
                <a:tc>
                  <a:txBody>
                    <a:bodyPr/>
                    <a:lstStyle/>
                    <a:p>
                      <a:r>
                        <a:rPr lang="pt-BR" sz="1200" dirty="0"/>
                        <a:t>-100,00</a:t>
                      </a:r>
                    </a:p>
                  </a:txBody>
                  <a:tcPr marT="45729" marB="45729"/>
                </a:tc>
                <a:tc>
                  <a:txBody>
                    <a:bodyPr/>
                    <a:lstStyle/>
                    <a:p>
                      <a:r>
                        <a:rPr lang="pt-BR" sz="1200" dirty="0"/>
                        <a:t>20,00</a:t>
                      </a:r>
                    </a:p>
                  </a:txBody>
                  <a:tcPr marT="45729" marB="45729"/>
                </a:tc>
                <a:tc>
                  <a:txBody>
                    <a:bodyPr/>
                    <a:lstStyle/>
                    <a:p>
                      <a:r>
                        <a:rPr lang="pt-BR" sz="1200" dirty="0"/>
                        <a:t>120,00</a:t>
                      </a:r>
                    </a:p>
                  </a:txBody>
                  <a:tcPr marT="45729" marB="45729"/>
                </a:tc>
                <a:tc>
                  <a:txBody>
                    <a:bodyPr/>
                    <a:lstStyle/>
                    <a:p>
                      <a:r>
                        <a:rPr lang="pt-BR" sz="1200" dirty="0"/>
                        <a:t>17,36</a:t>
                      </a:r>
                    </a:p>
                  </a:txBody>
                  <a:tcPr marT="45729" marB="45729"/>
                </a:tc>
                <a:tc>
                  <a:txBody>
                    <a:bodyPr/>
                    <a:lstStyle/>
                    <a:p>
                      <a:r>
                        <a:rPr lang="pt-BR" sz="1200" dirty="0"/>
                        <a:t>20,00%</a:t>
                      </a:r>
                    </a:p>
                  </a:txBody>
                  <a:tcPr marT="45729" marB="45729"/>
                </a:tc>
                <a:extLst>
                  <a:ext uri="{0D108BD9-81ED-4DB2-BD59-A6C34878D82A}">
                    <a16:rowId xmlns:a16="http://schemas.microsoft.com/office/drawing/2014/main" val="10001"/>
                  </a:ext>
                </a:extLst>
              </a:tr>
              <a:tr h="370915">
                <a:tc>
                  <a:txBody>
                    <a:bodyPr/>
                    <a:lstStyle/>
                    <a:p>
                      <a:r>
                        <a:rPr lang="pt-BR" sz="1200" dirty="0"/>
                        <a:t>Y</a:t>
                      </a:r>
                    </a:p>
                  </a:txBody>
                  <a:tcPr marT="45729" marB="45729"/>
                </a:tc>
                <a:tc>
                  <a:txBody>
                    <a:bodyPr/>
                    <a:lstStyle/>
                    <a:p>
                      <a:r>
                        <a:rPr lang="pt-BR" sz="1200" dirty="0"/>
                        <a:t>-100,00</a:t>
                      </a:r>
                    </a:p>
                  </a:txBody>
                  <a:tcPr marT="45729" marB="45729"/>
                </a:tc>
                <a:tc>
                  <a:txBody>
                    <a:bodyPr/>
                    <a:lstStyle/>
                    <a:p>
                      <a:r>
                        <a:rPr lang="pt-BR" sz="1200" dirty="0"/>
                        <a:t>100,00</a:t>
                      </a:r>
                    </a:p>
                  </a:txBody>
                  <a:tcPr marT="45729" marB="45729"/>
                </a:tc>
                <a:tc>
                  <a:txBody>
                    <a:bodyPr/>
                    <a:lstStyle/>
                    <a:p>
                      <a:r>
                        <a:rPr lang="pt-BR" sz="1200" dirty="0"/>
                        <a:t>31,25</a:t>
                      </a:r>
                    </a:p>
                  </a:txBody>
                  <a:tcPr marT="45729" marB="45729"/>
                </a:tc>
                <a:tc>
                  <a:txBody>
                    <a:bodyPr/>
                    <a:lstStyle/>
                    <a:p>
                      <a:r>
                        <a:rPr lang="pt-BR" sz="1200" dirty="0"/>
                        <a:t>16,74</a:t>
                      </a:r>
                    </a:p>
                  </a:txBody>
                  <a:tcPr marT="45729" marB="45729"/>
                </a:tc>
                <a:tc>
                  <a:txBody>
                    <a:bodyPr/>
                    <a:lstStyle/>
                    <a:p>
                      <a:r>
                        <a:rPr lang="pt-BR" sz="1200" dirty="0"/>
                        <a:t>25,00%</a:t>
                      </a:r>
                    </a:p>
                  </a:txBody>
                  <a:tcPr marT="45729" marB="45729"/>
                </a:tc>
                <a:extLst>
                  <a:ext uri="{0D108BD9-81ED-4DB2-BD59-A6C34878D82A}">
                    <a16:rowId xmlns:a16="http://schemas.microsoft.com/office/drawing/2014/main" val="10002"/>
                  </a:ext>
                </a:extLst>
              </a:tr>
              <a:tr h="457292">
                <a:tc>
                  <a:txBody>
                    <a:bodyPr/>
                    <a:lstStyle/>
                    <a:p>
                      <a:r>
                        <a:rPr lang="pt-BR" sz="1200" dirty="0"/>
                        <a:t>X-Y (fluxo</a:t>
                      </a:r>
                      <a:r>
                        <a:rPr lang="pt-BR" sz="1200" baseline="0" dirty="0"/>
                        <a:t> </a:t>
                      </a:r>
                      <a:r>
                        <a:rPr lang="pt-BR" sz="1200" dirty="0"/>
                        <a:t>incremental)</a:t>
                      </a:r>
                    </a:p>
                  </a:txBody>
                  <a:tcPr marT="45729" marB="45729"/>
                </a:tc>
                <a:tc>
                  <a:txBody>
                    <a:bodyPr/>
                    <a:lstStyle/>
                    <a:p>
                      <a:r>
                        <a:rPr lang="pt-BR" sz="1200" dirty="0"/>
                        <a:t>0,00</a:t>
                      </a:r>
                    </a:p>
                  </a:txBody>
                  <a:tcPr marT="45729" marB="45729"/>
                </a:tc>
                <a:tc>
                  <a:txBody>
                    <a:bodyPr/>
                    <a:lstStyle/>
                    <a:p>
                      <a:r>
                        <a:rPr lang="pt-BR" sz="1200" dirty="0"/>
                        <a:t>-80,00</a:t>
                      </a:r>
                    </a:p>
                  </a:txBody>
                  <a:tcPr marT="45729" marB="45729"/>
                </a:tc>
                <a:tc>
                  <a:txBody>
                    <a:bodyPr/>
                    <a:lstStyle/>
                    <a:p>
                      <a:r>
                        <a:rPr lang="pt-BR" sz="1200" dirty="0"/>
                        <a:t>88,75</a:t>
                      </a:r>
                    </a:p>
                  </a:txBody>
                  <a:tcPr marT="45729" marB="45729"/>
                </a:tc>
                <a:tc>
                  <a:txBody>
                    <a:bodyPr/>
                    <a:lstStyle/>
                    <a:p>
                      <a:r>
                        <a:rPr lang="pt-BR" sz="1200" dirty="0"/>
                        <a:t>0,62</a:t>
                      </a:r>
                    </a:p>
                  </a:txBody>
                  <a:tcPr marT="45729" marB="45729"/>
                </a:tc>
                <a:tc>
                  <a:txBody>
                    <a:bodyPr/>
                    <a:lstStyle/>
                    <a:p>
                      <a:r>
                        <a:rPr lang="pt-BR" sz="1200" dirty="0"/>
                        <a:t>10,94%</a:t>
                      </a:r>
                    </a:p>
                  </a:txBody>
                  <a:tcPr marT="45729" marB="45729"/>
                </a:tc>
                <a:extLst>
                  <a:ext uri="{0D108BD9-81ED-4DB2-BD59-A6C34878D82A}">
                    <a16:rowId xmlns:a16="http://schemas.microsoft.com/office/drawing/2014/main" val="10003"/>
                  </a:ext>
                </a:extLst>
              </a:tr>
            </a:tbl>
          </a:graphicData>
        </a:graphic>
      </p:graphicFrame>
      <p:sp>
        <p:nvSpPr>
          <p:cNvPr id="36909" name="CaixaDeTexto 6">
            <a:extLst>
              <a:ext uri="{FF2B5EF4-FFF2-40B4-BE49-F238E27FC236}">
                <a16:creationId xmlns:a16="http://schemas.microsoft.com/office/drawing/2014/main" id="{94A0394E-16A6-49E3-2E36-52A1A2CEF96E}"/>
              </a:ext>
            </a:extLst>
          </p:cNvPr>
          <p:cNvSpPr txBox="1">
            <a:spLocks noChangeArrowheads="1"/>
          </p:cNvSpPr>
          <p:nvPr/>
        </p:nvSpPr>
        <p:spPr bwMode="auto">
          <a:xfrm>
            <a:off x="1500188" y="5143500"/>
            <a:ext cx="68580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400"/>
              <a:t>Como a TIR</a:t>
            </a:r>
            <a:r>
              <a:rPr lang="pt-BR" altLang="pt-BR" sz="800"/>
              <a:t>X-Y   </a:t>
            </a:r>
            <a:r>
              <a:rPr lang="pt-BR" altLang="pt-BR" sz="1400"/>
              <a:t>é maior que o custo de capital  (10,94%&gt;10,00%)  a alternativa X deve ser selecionada. </a:t>
            </a: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7890" name="CaixaDeTexto 3">
            <a:extLst>
              <a:ext uri="{FF2B5EF4-FFF2-40B4-BE49-F238E27FC236}">
                <a16:creationId xmlns:a16="http://schemas.microsoft.com/office/drawing/2014/main" id="{2C68F4A7-69E7-C5DE-C695-4562060AFD0A}"/>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37891" name="CaixaDeTexto 6">
            <a:extLst>
              <a:ext uri="{FF2B5EF4-FFF2-40B4-BE49-F238E27FC236}">
                <a16:creationId xmlns:a16="http://schemas.microsoft.com/office/drawing/2014/main" id="{BBC91062-5E5D-5D13-F1FF-84DF2876CB56}"/>
              </a:ext>
            </a:extLst>
          </p:cNvPr>
          <p:cNvSpPr txBox="1">
            <a:spLocks noChangeArrowheads="1"/>
          </p:cNvSpPr>
          <p:nvPr/>
        </p:nvSpPr>
        <p:spPr bwMode="auto">
          <a:xfrm>
            <a:off x="1643063" y="2428875"/>
            <a:ext cx="6858000"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400"/>
              <a:t>1. Considerando um custo de capital de 12% ao ano, avalie, pelos métodos de VPL, da TIR e da TIR incremental, as alternativas mutuamente excludentes de um período de duração, apresentadas no quadro abaixo: </a:t>
            </a:r>
          </a:p>
        </p:txBody>
      </p:sp>
      <p:sp>
        <p:nvSpPr>
          <p:cNvPr id="10" name="CaixaDeTexto 9">
            <a:extLst>
              <a:ext uri="{FF2B5EF4-FFF2-40B4-BE49-F238E27FC236}">
                <a16:creationId xmlns:a16="http://schemas.microsoft.com/office/drawing/2014/main" id="{AB7F1855-C8BD-8B6F-A036-97569B94647D}"/>
              </a:ext>
            </a:extLst>
          </p:cNvPr>
          <p:cNvSpPr txBox="1"/>
          <p:nvPr/>
        </p:nvSpPr>
        <p:spPr>
          <a:xfrm>
            <a:off x="4538663" y="142875"/>
            <a:ext cx="4391025" cy="646113"/>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na análise de investimentos de capital</a:t>
            </a:r>
          </a:p>
        </p:txBody>
      </p:sp>
      <p:sp>
        <p:nvSpPr>
          <p:cNvPr id="37893" name="CaixaDeTexto 10">
            <a:extLst>
              <a:ext uri="{FF2B5EF4-FFF2-40B4-BE49-F238E27FC236}">
                <a16:creationId xmlns:a16="http://schemas.microsoft.com/office/drawing/2014/main" id="{0FB189F0-8A1A-665A-356E-B57B46F59EBC}"/>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37894" name="CaixaDeTexto 12">
            <a:extLst>
              <a:ext uri="{FF2B5EF4-FFF2-40B4-BE49-F238E27FC236}">
                <a16:creationId xmlns:a16="http://schemas.microsoft.com/office/drawing/2014/main" id="{89DC90A1-F3C2-86FE-DAD5-0F8ED918F2F9}"/>
              </a:ext>
            </a:extLst>
          </p:cNvPr>
          <p:cNvSpPr txBox="1">
            <a:spLocks noChangeArrowheads="1"/>
          </p:cNvSpPr>
          <p:nvPr/>
        </p:nvSpPr>
        <p:spPr bwMode="auto">
          <a:xfrm>
            <a:off x="1857375" y="2000250"/>
            <a:ext cx="67151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600" b="1">
                <a:solidFill>
                  <a:srgbClr val="2C5DAA"/>
                </a:solidFill>
              </a:rPr>
              <a:t>Exercício:</a:t>
            </a:r>
          </a:p>
        </p:txBody>
      </p:sp>
      <p:sp>
        <p:nvSpPr>
          <p:cNvPr id="3079" name="Espaço Reservado para Número de Slide 7">
            <a:extLst>
              <a:ext uri="{FF2B5EF4-FFF2-40B4-BE49-F238E27FC236}">
                <a16:creationId xmlns:a16="http://schemas.microsoft.com/office/drawing/2014/main" id="{53916736-57D0-077C-2FAA-9C6CADCA7866}"/>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882E8A85-E2F5-48EF-9310-79FBA6D56524}" type="slidenum">
              <a:rPr lang="pt-BR" altLang="pt-BR">
                <a:solidFill>
                  <a:srgbClr val="2C5DAA"/>
                </a:solidFill>
                <a:latin typeface="Calibri" panose="020F0502020204030204" pitchFamily="34" charset="0"/>
              </a:rPr>
              <a:pPr eaLnBrk="1" hangingPunct="1"/>
              <a:t>30</a:t>
            </a:fld>
            <a:endParaRPr lang="pt-BR" altLang="pt-BR">
              <a:solidFill>
                <a:srgbClr val="2C5DAA"/>
              </a:solidFill>
              <a:latin typeface="Calibri" panose="020F0502020204030204" pitchFamily="34" charset="0"/>
            </a:endParaRPr>
          </a:p>
        </p:txBody>
      </p:sp>
      <p:graphicFrame>
        <p:nvGraphicFramePr>
          <p:cNvPr id="11" name="Tabela 10">
            <a:extLst>
              <a:ext uri="{FF2B5EF4-FFF2-40B4-BE49-F238E27FC236}">
                <a16:creationId xmlns:a16="http://schemas.microsoft.com/office/drawing/2014/main" id="{23D3E548-66EC-D01D-20E8-CC9D3F7B35F2}"/>
              </a:ext>
            </a:extLst>
          </p:cNvPr>
          <p:cNvGraphicFramePr>
            <a:graphicFrameLocks noGrp="1"/>
          </p:cNvGraphicFramePr>
          <p:nvPr/>
        </p:nvGraphicFramePr>
        <p:xfrm>
          <a:off x="1714500" y="3714750"/>
          <a:ext cx="3048000" cy="1570038"/>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198578">
                  <a:extLst>
                    <a:ext uri="{9D8B030D-6E8A-4147-A177-3AD203B41FA5}">
                      <a16:colId xmlns:a16="http://schemas.microsoft.com/office/drawing/2014/main" val="20001"/>
                    </a:ext>
                  </a:extLst>
                </a:gridCol>
                <a:gridCol w="833422">
                  <a:extLst>
                    <a:ext uri="{9D8B030D-6E8A-4147-A177-3AD203B41FA5}">
                      <a16:colId xmlns:a16="http://schemas.microsoft.com/office/drawing/2014/main" val="20002"/>
                    </a:ext>
                  </a:extLst>
                </a:gridCol>
              </a:tblGrid>
              <a:tr h="370915">
                <a:tc>
                  <a:txBody>
                    <a:bodyPr/>
                    <a:lstStyle/>
                    <a:p>
                      <a:r>
                        <a:rPr lang="pt-BR" sz="1200" dirty="0"/>
                        <a:t>Alternativa</a:t>
                      </a:r>
                    </a:p>
                  </a:txBody>
                  <a:tcPr marT="45729" marB="45729"/>
                </a:tc>
                <a:tc>
                  <a:txBody>
                    <a:bodyPr/>
                    <a:lstStyle/>
                    <a:p>
                      <a:r>
                        <a:rPr lang="pt-BR" sz="1200" dirty="0"/>
                        <a:t>Investimento $</a:t>
                      </a:r>
                    </a:p>
                  </a:txBody>
                  <a:tcPr marT="45729" marB="45729"/>
                </a:tc>
                <a:tc>
                  <a:txBody>
                    <a:bodyPr/>
                    <a:lstStyle/>
                    <a:p>
                      <a:r>
                        <a:rPr lang="pt-BR" sz="1200" dirty="0"/>
                        <a:t>Retorno $</a:t>
                      </a:r>
                    </a:p>
                  </a:txBody>
                  <a:tcPr marT="45729" marB="45729"/>
                </a:tc>
                <a:extLst>
                  <a:ext uri="{0D108BD9-81ED-4DB2-BD59-A6C34878D82A}">
                    <a16:rowId xmlns:a16="http://schemas.microsoft.com/office/drawing/2014/main" val="10000"/>
                  </a:ext>
                </a:extLst>
              </a:tr>
              <a:tr h="370915">
                <a:tc>
                  <a:txBody>
                    <a:bodyPr/>
                    <a:lstStyle/>
                    <a:p>
                      <a:r>
                        <a:rPr lang="pt-BR" sz="1200" dirty="0"/>
                        <a:t>A</a:t>
                      </a:r>
                    </a:p>
                  </a:txBody>
                  <a:tcPr marT="45729" marB="45729"/>
                </a:tc>
                <a:tc>
                  <a:txBody>
                    <a:bodyPr/>
                    <a:lstStyle/>
                    <a:p>
                      <a:r>
                        <a:rPr lang="pt-BR" sz="1200" dirty="0"/>
                        <a:t>-10.000,00</a:t>
                      </a:r>
                    </a:p>
                  </a:txBody>
                  <a:tcPr marT="45729" marB="45729"/>
                </a:tc>
                <a:tc>
                  <a:txBody>
                    <a:bodyPr/>
                    <a:lstStyle/>
                    <a:p>
                      <a:r>
                        <a:rPr lang="pt-BR" sz="1200" dirty="0"/>
                        <a:t>12.000,00</a:t>
                      </a:r>
                    </a:p>
                  </a:txBody>
                  <a:tcPr marT="45729" marB="45729"/>
                </a:tc>
                <a:extLst>
                  <a:ext uri="{0D108BD9-81ED-4DB2-BD59-A6C34878D82A}">
                    <a16:rowId xmlns:a16="http://schemas.microsoft.com/office/drawing/2014/main" val="10001"/>
                  </a:ext>
                </a:extLst>
              </a:tr>
              <a:tr h="370915">
                <a:tc>
                  <a:txBody>
                    <a:bodyPr/>
                    <a:lstStyle/>
                    <a:p>
                      <a:r>
                        <a:rPr lang="pt-BR" sz="1200" dirty="0"/>
                        <a:t>B</a:t>
                      </a:r>
                    </a:p>
                  </a:txBody>
                  <a:tcPr marT="45729" marB="45729"/>
                </a:tc>
                <a:tc>
                  <a:txBody>
                    <a:bodyPr/>
                    <a:lstStyle/>
                    <a:p>
                      <a:r>
                        <a:rPr lang="pt-BR" sz="1200" dirty="0"/>
                        <a:t>-15.000,00</a:t>
                      </a:r>
                    </a:p>
                  </a:txBody>
                  <a:tcPr marT="45729" marB="45729"/>
                </a:tc>
                <a:tc>
                  <a:txBody>
                    <a:bodyPr/>
                    <a:lstStyle/>
                    <a:p>
                      <a:r>
                        <a:rPr lang="pt-BR" sz="1200" dirty="0"/>
                        <a:t>17.700,00</a:t>
                      </a:r>
                    </a:p>
                  </a:txBody>
                  <a:tcPr marT="45729" marB="45729"/>
                </a:tc>
                <a:extLst>
                  <a:ext uri="{0D108BD9-81ED-4DB2-BD59-A6C34878D82A}">
                    <a16:rowId xmlns:a16="http://schemas.microsoft.com/office/drawing/2014/main" val="10002"/>
                  </a:ext>
                </a:extLst>
              </a:tr>
              <a:tr h="457293">
                <a:tc>
                  <a:txBody>
                    <a:bodyPr/>
                    <a:lstStyle/>
                    <a:p>
                      <a:r>
                        <a:rPr lang="pt-BR" sz="1200" dirty="0"/>
                        <a:t>B-A (fluxo</a:t>
                      </a:r>
                      <a:r>
                        <a:rPr lang="pt-BR" sz="1200" baseline="0" dirty="0"/>
                        <a:t> </a:t>
                      </a:r>
                      <a:r>
                        <a:rPr lang="pt-BR" sz="1200" dirty="0"/>
                        <a:t>incremental)</a:t>
                      </a:r>
                    </a:p>
                  </a:txBody>
                  <a:tcPr marT="45729" marB="45729"/>
                </a:tc>
                <a:tc>
                  <a:txBody>
                    <a:bodyPr/>
                    <a:lstStyle/>
                    <a:p>
                      <a:r>
                        <a:rPr lang="pt-BR" sz="1200" dirty="0"/>
                        <a:t>-5.000,00</a:t>
                      </a:r>
                    </a:p>
                  </a:txBody>
                  <a:tcPr marT="45729" marB="45729"/>
                </a:tc>
                <a:tc>
                  <a:txBody>
                    <a:bodyPr/>
                    <a:lstStyle/>
                    <a:p>
                      <a:r>
                        <a:rPr lang="pt-BR" sz="1200" dirty="0"/>
                        <a:t>5.700,00</a:t>
                      </a:r>
                    </a:p>
                  </a:txBody>
                  <a:tcPr marT="45729" marB="45729"/>
                </a:tc>
                <a:extLst>
                  <a:ext uri="{0D108BD9-81ED-4DB2-BD59-A6C34878D82A}">
                    <a16:rowId xmlns:a16="http://schemas.microsoft.com/office/drawing/2014/main" val="10003"/>
                  </a:ext>
                </a:extLst>
              </a:tr>
            </a:tbl>
          </a:graphicData>
        </a:graphic>
      </p:graphicFrame>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8914" name="CaixaDeTexto 3">
            <a:extLst>
              <a:ext uri="{FF2B5EF4-FFF2-40B4-BE49-F238E27FC236}">
                <a16:creationId xmlns:a16="http://schemas.microsoft.com/office/drawing/2014/main" id="{60237DD3-DF17-8D81-4A2C-A9FFAF66A287}"/>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38915" name="CaixaDeTexto 6">
            <a:extLst>
              <a:ext uri="{FF2B5EF4-FFF2-40B4-BE49-F238E27FC236}">
                <a16:creationId xmlns:a16="http://schemas.microsoft.com/office/drawing/2014/main" id="{E54BF9BF-8DF7-9477-1174-251C2910AC19}"/>
              </a:ext>
            </a:extLst>
          </p:cNvPr>
          <p:cNvSpPr txBox="1">
            <a:spLocks noChangeArrowheads="1"/>
          </p:cNvSpPr>
          <p:nvPr/>
        </p:nvSpPr>
        <p:spPr bwMode="auto">
          <a:xfrm>
            <a:off x="1571625" y="2787650"/>
            <a:ext cx="6715125"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600"/>
              <a:t>Um conjunto de alternativas de investimento pode ser tratada</a:t>
            </a:r>
          </a:p>
          <a:p>
            <a:pPr eaLnBrk="1" hangingPunct="1">
              <a:lnSpc>
                <a:spcPct val="150000"/>
              </a:lnSpc>
            </a:pPr>
            <a:r>
              <a:rPr lang="pt-BR" altLang="pt-BR" sz="1600"/>
              <a:t>sob duas situações: a primeira, referindo-se ao caso em que não há restrição de capital no financiamento da carteira de projetos, e a segunda, ao caso em que existe restrição na disponibilidade de capitais. </a:t>
            </a:r>
          </a:p>
        </p:txBody>
      </p:sp>
      <p:sp>
        <p:nvSpPr>
          <p:cNvPr id="10" name="CaixaDeTexto 9">
            <a:extLst>
              <a:ext uri="{FF2B5EF4-FFF2-40B4-BE49-F238E27FC236}">
                <a16:creationId xmlns:a16="http://schemas.microsoft.com/office/drawing/2014/main" id="{32586664-7EC9-0E9B-F596-5CFBE01905BE}"/>
              </a:ext>
            </a:extLst>
          </p:cNvPr>
          <p:cNvSpPr txBox="1"/>
          <p:nvPr/>
        </p:nvSpPr>
        <p:spPr>
          <a:xfrm>
            <a:off x="4538663" y="142875"/>
            <a:ext cx="4391025" cy="646113"/>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na análise de investimentos de capital</a:t>
            </a:r>
          </a:p>
        </p:txBody>
      </p:sp>
      <p:sp>
        <p:nvSpPr>
          <p:cNvPr id="38917" name="CaixaDeTexto 10">
            <a:extLst>
              <a:ext uri="{FF2B5EF4-FFF2-40B4-BE49-F238E27FC236}">
                <a16:creationId xmlns:a16="http://schemas.microsoft.com/office/drawing/2014/main" id="{83879827-DBEE-7280-2F27-5DC86A337F28}"/>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38918" name="CaixaDeTexto 12">
            <a:extLst>
              <a:ext uri="{FF2B5EF4-FFF2-40B4-BE49-F238E27FC236}">
                <a16:creationId xmlns:a16="http://schemas.microsoft.com/office/drawing/2014/main" id="{6DA5F5D6-08CE-8D9C-3369-7DD8CDE73D33}"/>
              </a:ext>
            </a:extLst>
          </p:cNvPr>
          <p:cNvSpPr txBox="1">
            <a:spLocks noChangeArrowheads="1"/>
          </p:cNvSpPr>
          <p:nvPr/>
        </p:nvSpPr>
        <p:spPr bwMode="auto">
          <a:xfrm>
            <a:off x="1571625" y="2130425"/>
            <a:ext cx="61610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b="1">
                <a:solidFill>
                  <a:srgbClr val="2C5DAA"/>
                </a:solidFill>
              </a:rPr>
              <a:t>2.8 Ranking e seleção de alternativas de investimento:</a:t>
            </a:r>
          </a:p>
          <a:p>
            <a:pPr eaLnBrk="1" hangingPunct="1"/>
            <a:r>
              <a:rPr lang="pt-BR" altLang="pt-BR" b="1">
                <a:solidFill>
                  <a:srgbClr val="2C5DAA"/>
                </a:solidFill>
              </a:rPr>
              <a:t>racionamento de capital</a:t>
            </a:r>
          </a:p>
        </p:txBody>
      </p:sp>
      <p:sp>
        <p:nvSpPr>
          <p:cNvPr id="3079" name="Espaço Reservado para Número de Slide 7">
            <a:extLst>
              <a:ext uri="{FF2B5EF4-FFF2-40B4-BE49-F238E27FC236}">
                <a16:creationId xmlns:a16="http://schemas.microsoft.com/office/drawing/2014/main" id="{D0B2E201-2E97-2E4E-54C4-F96D4BE48AC2}"/>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ECDB3193-4204-4B59-A2B2-ADA2CCBE1460}" type="slidenum">
              <a:rPr lang="pt-BR" altLang="pt-BR">
                <a:solidFill>
                  <a:srgbClr val="2C5DAA"/>
                </a:solidFill>
                <a:latin typeface="Calibri" panose="020F0502020204030204" pitchFamily="34" charset="0"/>
              </a:rPr>
              <a:pPr eaLnBrk="1" hangingPunct="1"/>
              <a:t>31</a:t>
            </a:fld>
            <a:endParaRPr lang="pt-BR" altLang="pt-BR">
              <a:solidFill>
                <a:srgbClr val="2C5DAA"/>
              </a:solidFill>
              <a:latin typeface="Calibri" panose="020F0502020204030204" pitchFamily="34" charset="0"/>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9938" name="CaixaDeTexto 3">
            <a:extLst>
              <a:ext uri="{FF2B5EF4-FFF2-40B4-BE49-F238E27FC236}">
                <a16:creationId xmlns:a16="http://schemas.microsoft.com/office/drawing/2014/main" id="{9A83CB7B-58AD-8905-B4DB-BD6DDE95A665}"/>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39939" name="CaixaDeTexto 6">
            <a:extLst>
              <a:ext uri="{FF2B5EF4-FFF2-40B4-BE49-F238E27FC236}">
                <a16:creationId xmlns:a16="http://schemas.microsoft.com/office/drawing/2014/main" id="{EC8847DF-962B-4593-28F4-E1586A7087F8}"/>
              </a:ext>
            </a:extLst>
          </p:cNvPr>
          <p:cNvSpPr txBox="1">
            <a:spLocks noChangeArrowheads="1"/>
          </p:cNvSpPr>
          <p:nvPr/>
        </p:nvSpPr>
        <p:spPr bwMode="auto">
          <a:xfrm>
            <a:off x="1643063" y="2428875"/>
            <a:ext cx="6858000"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400"/>
              <a:t>Selecione a melhor alternativa, considerando um custo de capital de 10% e um capital total de $ 10,00 disponível para investimento. Efetue a análise na hipótese de haver e não haver restrição de capital: </a:t>
            </a:r>
          </a:p>
        </p:txBody>
      </p:sp>
      <p:sp>
        <p:nvSpPr>
          <p:cNvPr id="10" name="CaixaDeTexto 9">
            <a:extLst>
              <a:ext uri="{FF2B5EF4-FFF2-40B4-BE49-F238E27FC236}">
                <a16:creationId xmlns:a16="http://schemas.microsoft.com/office/drawing/2014/main" id="{C51522A3-C861-6E92-56A2-7FC5BD829BE7}"/>
              </a:ext>
            </a:extLst>
          </p:cNvPr>
          <p:cNvSpPr txBox="1"/>
          <p:nvPr/>
        </p:nvSpPr>
        <p:spPr>
          <a:xfrm>
            <a:off x="4538663" y="142875"/>
            <a:ext cx="4391025" cy="646113"/>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na análise de investimentos de capital</a:t>
            </a:r>
          </a:p>
        </p:txBody>
      </p:sp>
      <p:sp>
        <p:nvSpPr>
          <p:cNvPr id="39941" name="CaixaDeTexto 10">
            <a:extLst>
              <a:ext uri="{FF2B5EF4-FFF2-40B4-BE49-F238E27FC236}">
                <a16:creationId xmlns:a16="http://schemas.microsoft.com/office/drawing/2014/main" id="{60D7E40B-FE27-BC9A-DDCC-86A78AE7205D}"/>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39942" name="CaixaDeTexto 12">
            <a:extLst>
              <a:ext uri="{FF2B5EF4-FFF2-40B4-BE49-F238E27FC236}">
                <a16:creationId xmlns:a16="http://schemas.microsoft.com/office/drawing/2014/main" id="{84060514-F229-199F-F262-7F7E2B4D237A}"/>
              </a:ext>
            </a:extLst>
          </p:cNvPr>
          <p:cNvSpPr txBox="1">
            <a:spLocks noChangeArrowheads="1"/>
          </p:cNvSpPr>
          <p:nvPr/>
        </p:nvSpPr>
        <p:spPr bwMode="auto">
          <a:xfrm>
            <a:off x="1857375" y="2000250"/>
            <a:ext cx="67151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600" b="1">
                <a:solidFill>
                  <a:srgbClr val="2C5DAA"/>
                </a:solidFill>
              </a:rPr>
              <a:t>Exemplo:</a:t>
            </a:r>
          </a:p>
        </p:txBody>
      </p:sp>
      <p:sp>
        <p:nvSpPr>
          <p:cNvPr id="3079" name="Espaço Reservado para Número de Slide 7">
            <a:extLst>
              <a:ext uri="{FF2B5EF4-FFF2-40B4-BE49-F238E27FC236}">
                <a16:creationId xmlns:a16="http://schemas.microsoft.com/office/drawing/2014/main" id="{D72EBA44-AD83-AD6D-12F7-C5B2EDE4E210}"/>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E1672F6B-1B62-4AA4-A212-F1FE5B2B1D37}" type="slidenum">
              <a:rPr lang="pt-BR" altLang="pt-BR">
                <a:solidFill>
                  <a:srgbClr val="2C5DAA"/>
                </a:solidFill>
                <a:latin typeface="Calibri" panose="020F0502020204030204" pitchFamily="34" charset="0"/>
              </a:rPr>
              <a:pPr eaLnBrk="1" hangingPunct="1"/>
              <a:t>32</a:t>
            </a:fld>
            <a:endParaRPr lang="pt-BR" altLang="pt-BR">
              <a:solidFill>
                <a:srgbClr val="2C5DAA"/>
              </a:solidFill>
              <a:latin typeface="Calibri" panose="020F0502020204030204" pitchFamily="34" charset="0"/>
            </a:endParaRPr>
          </a:p>
        </p:txBody>
      </p:sp>
      <p:graphicFrame>
        <p:nvGraphicFramePr>
          <p:cNvPr id="11" name="Tabela 10">
            <a:extLst>
              <a:ext uri="{FF2B5EF4-FFF2-40B4-BE49-F238E27FC236}">
                <a16:creationId xmlns:a16="http://schemas.microsoft.com/office/drawing/2014/main" id="{3C36C687-20F4-E041-C511-31DEFF6B4C64}"/>
              </a:ext>
            </a:extLst>
          </p:cNvPr>
          <p:cNvGraphicFramePr>
            <a:graphicFrameLocks noGrp="1"/>
          </p:cNvGraphicFramePr>
          <p:nvPr/>
        </p:nvGraphicFramePr>
        <p:xfrm>
          <a:off x="1714500" y="3857625"/>
          <a:ext cx="4064000" cy="1482724"/>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tblGrid>
              <a:tr h="370681">
                <a:tc>
                  <a:txBody>
                    <a:bodyPr/>
                    <a:lstStyle/>
                    <a:p>
                      <a:r>
                        <a:rPr lang="pt-BR" sz="1200" dirty="0"/>
                        <a:t>Alternativa</a:t>
                      </a:r>
                    </a:p>
                  </a:txBody>
                  <a:tcPr marT="45700" marB="45700"/>
                </a:tc>
                <a:tc>
                  <a:txBody>
                    <a:bodyPr/>
                    <a:lstStyle/>
                    <a:p>
                      <a:r>
                        <a:rPr lang="pt-BR" sz="1200" dirty="0"/>
                        <a:t>Ano 0   $</a:t>
                      </a:r>
                    </a:p>
                  </a:txBody>
                  <a:tcPr marT="45700" marB="45700"/>
                </a:tc>
                <a:tc>
                  <a:txBody>
                    <a:bodyPr/>
                    <a:lstStyle/>
                    <a:p>
                      <a:r>
                        <a:rPr lang="pt-BR" sz="1200" dirty="0"/>
                        <a:t>Ano 1  $</a:t>
                      </a:r>
                    </a:p>
                  </a:txBody>
                  <a:tcPr marT="45700" marB="45700"/>
                </a:tc>
                <a:tc>
                  <a:txBody>
                    <a:bodyPr/>
                    <a:lstStyle/>
                    <a:p>
                      <a:r>
                        <a:rPr lang="pt-BR" sz="1200" dirty="0"/>
                        <a:t>Ano 2</a:t>
                      </a:r>
                      <a:r>
                        <a:rPr lang="pt-BR" sz="1200" baseline="0" dirty="0"/>
                        <a:t>  $</a:t>
                      </a:r>
                      <a:endParaRPr lang="pt-BR" sz="1200" dirty="0"/>
                    </a:p>
                  </a:txBody>
                  <a:tcPr marT="45700" marB="45700"/>
                </a:tc>
                <a:extLst>
                  <a:ext uri="{0D108BD9-81ED-4DB2-BD59-A6C34878D82A}">
                    <a16:rowId xmlns:a16="http://schemas.microsoft.com/office/drawing/2014/main" val="10000"/>
                  </a:ext>
                </a:extLst>
              </a:tr>
              <a:tr h="370681">
                <a:tc>
                  <a:txBody>
                    <a:bodyPr/>
                    <a:lstStyle/>
                    <a:p>
                      <a:r>
                        <a:rPr lang="pt-BR" sz="1200" dirty="0"/>
                        <a:t>A</a:t>
                      </a:r>
                    </a:p>
                  </a:txBody>
                  <a:tcPr marT="45700" marB="45700"/>
                </a:tc>
                <a:tc>
                  <a:txBody>
                    <a:bodyPr/>
                    <a:lstStyle/>
                    <a:p>
                      <a:r>
                        <a:rPr lang="pt-BR" sz="1200" dirty="0"/>
                        <a:t>-10,00</a:t>
                      </a:r>
                    </a:p>
                  </a:txBody>
                  <a:tcPr marT="45700" marB="45700"/>
                </a:tc>
                <a:tc>
                  <a:txBody>
                    <a:bodyPr/>
                    <a:lstStyle/>
                    <a:p>
                      <a:r>
                        <a:rPr lang="pt-BR" sz="1200" dirty="0"/>
                        <a:t>30,00</a:t>
                      </a:r>
                    </a:p>
                  </a:txBody>
                  <a:tcPr marT="45700" marB="45700"/>
                </a:tc>
                <a:tc>
                  <a:txBody>
                    <a:bodyPr/>
                    <a:lstStyle/>
                    <a:p>
                      <a:r>
                        <a:rPr lang="pt-BR" sz="1200" dirty="0"/>
                        <a:t>5,00</a:t>
                      </a:r>
                    </a:p>
                  </a:txBody>
                  <a:tcPr marT="45700" marB="45700"/>
                </a:tc>
                <a:extLst>
                  <a:ext uri="{0D108BD9-81ED-4DB2-BD59-A6C34878D82A}">
                    <a16:rowId xmlns:a16="http://schemas.microsoft.com/office/drawing/2014/main" val="10001"/>
                  </a:ext>
                </a:extLst>
              </a:tr>
              <a:tr h="370681">
                <a:tc>
                  <a:txBody>
                    <a:bodyPr/>
                    <a:lstStyle/>
                    <a:p>
                      <a:r>
                        <a:rPr lang="pt-BR" sz="1200" dirty="0"/>
                        <a:t>B</a:t>
                      </a:r>
                    </a:p>
                  </a:txBody>
                  <a:tcPr marT="45700" marB="45700"/>
                </a:tc>
                <a:tc>
                  <a:txBody>
                    <a:bodyPr/>
                    <a:lstStyle/>
                    <a:p>
                      <a:r>
                        <a:rPr lang="pt-BR" sz="1200" dirty="0"/>
                        <a:t>-5,00</a:t>
                      </a:r>
                    </a:p>
                  </a:txBody>
                  <a:tcPr marT="45700" marB="45700"/>
                </a:tc>
                <a:tc>
                  <a:txBody>
                    <a:bodyPr/>
                    <a:lstStyle/>
                    <a:p>
                      <a:r>
                        <a:rPr lang="pt-BR" sz="1200" dirty="0"/>
                        <a:t>5,00</a:t>
                      </a:r>
                    </a:p>
                  </a:txBody>
                  <a:tcPr marT="45700" marB="45700"/>
                </a:tc>
                <a:tc>
                  <a:txBody>
                    <a:bodyPr/>
                    <a:lstStyle/>
                    <a:p>
                      <a:r>
                        <a:rPr lang="pt-BR" sz="1200" dirty="0"/>
                        <a:t>20,00</a:t>
                      </a:r>
                    </a:p>
                  </a:txBody>
                  <a:tcPr marT="45700" marB="45700"/>
                </a:tc>
                <a:extLst>
                  <a:ext uri="{0D108BD9-81ED-4DB2-BD59-A6C34878D82A}">
                    <a16:rowId xmlns:a16="http://schemas.microsoft.com/office/drawing/2014/main" val="10002"/>
                  </a:ext>
                </a:extLst>
              </a:tr>
              <a:tr h="370681">
                <a:tc>
                  <a:txBody>
                    <a:bodyPr/>
                    <a:lstStyle/>
                    <a:p>
                      <a:r>
                        <a:rPr lang="pt-BR" sz="1200" dirty="0"/>
                        <a:t>C</a:t>
                      </a:r>
                    </a:p>
                  </a:txBody>
                  <a:tcPr marT="45700" marB="45700"/>
                </a:tc>
                <a:tc>
                  <a:txBody>
                    <a:bodyPr/>
                    <a:lstStyle/>
                    <a:p>
                      <a:r>
                        <a:rPr lang="pt-BR" sz="1200" dirty="0"/>
                        <a:t>-5,00</a:t>
                      </a:r>
                    </a:p>
                  </a:txBody>
                  <a:tcPr marT="45700" marB="45700"/>
                </a:tc>
                <a:tc>
                  <a:txBody>
                    <a:bodyPr/>
                    <a:lstStyle/>
                    <a:p>
                      <a:r>
                        <a:rPr lang="pt-BR" sz="1200" dirty="0"/>
                        <a:t>5,00</a:t>
                      </a:r>
                    </a:p>
                  </a:txBody>
                  <a:tcPr marT="45700" marB="45700"/>
                </a:tc>
                <a:tc>
                  <a:txBody>
                    <a:bodyPr/>
                    <a:lstStyle/>
                    <a:p>
                      <a:r>
                        <a:rPr lang="pt-BR" sz="1200" dirty="0"/>
                        <a:t>15,00</a:t>
                      </a:r>
                    </a:p>
                  </a:txBody>
                  <a:tcPr marT="45700" marB="45700"/>
                </a:tc>
                <a:extLst>
                  <a:ext uri="{0D108BD9-81ED-4DB2-BD59-A6C34878D82A}">
                    <a16:rowId xmlns:a16="http://schemas.microsoft.com/office/drawing/2014/main" val="10003"/>
                  </a:ext>
                </a:extLst>
              </a:tr>
            </a:tbl>
          </a:graphicData>
        </a:graphic>
      </p:graphicFrame>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0962" name="CaixaDeTexto 3">
            <a:extLst>
              <a:ext uri="{FF2B5EF4-FFF2-40B4-BE49-F238E27FC236}">
                <a16:creationId xmlns:a16="http://schemas.microsoft.com/office/drawing/2014/main" id="{91698F84-C7D3-89B8-6542-E7641DBE01F5}"/>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40963" name="CaixaDeTexto 6">
            <a:extLst>
              <a:ext uri="{FF2B5EF4-FFF2-40B4-BE49-F238E27FC236}">
                <a16:creationId xmlns:a16="http://schemas.microsoft.com/office/drawing/2014/main" id="{3F5BC637-C293-8E62-74E0-D04764EEFB7D}"/>
              </a:ext>
            </a:extLst>
          </p:cNvPr>
          <p:cNvSpPr txBox="1">
            <a:spLocks noChangeArrowheads="1"/>
          </p:cNvSpPr>
          <p:nvPr/>
        </p:nvSpPr>
        <p:spPr bwMode="auto">
          <a:xfrm>
            <a:off x="1643063" y="2428875"/>
            <a:ext cx="68580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400"/>
              <a:t>a) Com restrição de Capital: </a:t>
            </a:r>
          </a:p>
        </p:txBody>
      </p:sp>
      <p:sp>
        <p:nvSpPr>
          <p:cNvPr id="10" name="CaixaDeTexto 9">
            <a:extLst>
              <a:ext uri="{FF2B5EF4-FFF2-40B4-BE49-F238E27FC236}">
                <a16:creationId xmlns:a16="http://schemas.microsoft.com/office/drawing/2014/main" id="{1F89E65F-CD48-7809-9CF2-58D9A14FE1FA}"/>
              </a:ext>
            </a:extLst>
          </p:cNvPr>
          <p:cNvSpPr txBox="1"/>
          <p:nvPr/>
        </p:nvSpPr>
        <p:spPr>
          <a:xfrm>
            <a:off x="4538663" y="142875"/>
            <a:ext cx="4391025" cy="646113"/>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na análise de investimentos de capital</a:t>
            </a:r>
          </a:p>
        </p:txBody>
      </p:sp>
      <p:sp>
        <p:nvSpPr>
          <p:cNvPr id="40965" name="CaixaDeTexto 10">
            <a:extLst>
              <a:ext uri="{FF2B5EF4-FFF2-40B4-BE49-F238E27FC236}">
                <a16:creationId xmlns:a16="http://schemas.microsoft.com/office/drawing/2014/main" id="{AB55E01A-6166-102B-4B4B-2C1E1FB55092}"/>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40966" name="CaixaDeTexto 12">
            <a:extLst>
              <a:ext uri="{FF2B5EF4-FFF2-40B4-BE49-F238E27FC236}">
                <a16:creationId xmlns:a16="http://schemas.microsoft.com/office/drawing/2014/main" id="{4B910C44-33BF-3253-2B4C-EF1AB03DA431}"/>
              </a:ext>
            </a:extLst>
          </p:cNvPr>
          <p:cNvSpPr txBox="1">
            <a:spLocks noChangeArrowheads="1"/>
          </p:cNvSpPr>
          <p:nvPr/>
        </p:nvSpPr>
        <p:spPr bwMode="auto">
          <a:xfrm>
            <a:off x="1857375" y="2000250"/>
            <a:ext cx="67151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600" b="1">
                <a:solidFill>
                  <a:srgbClr val="2C5DAA"/>
                </a:solidFill>
              </a:rPr>
              <a:t>Exemplo: continuação...</a:t>
            </a:r>
          </a:p>
        </p:txBody>
      </p:sp>
      <p:sp>
        <p:nvSpPr>
          <p:cNvPr id="3079" name="Espaço Reservado para Número de Slide 7">
            <a:extLst>
              <a:ext uri="{FF2B5EF4-FFF2-40B4-BE49-F238E27FC236}">
                <a16:creationId xmlns:a16="http://schemas.microsoft.com/office/drawing/2014/main" id="{A2869374-3A48-37DB-FDD6-3ADED13F97D8}"/>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0CECFD35-19FE-4606-A37D-13E479965BCE}" type="slidenum">
              <a:rPr lang="pt-BR" altLang="pt-BR">
                <a:solidFill>
                  <a:srgbClr val="2C5DAA"/>
                </a:solidFill>
                <a:latin typeface="Calibri" panose="020F0502020204030204" pitchFamily="34" charset="0"/>
              </a:rPr>
              <a:pPr eaLnBrk="1" hangingPunct="1"/>
              <a:t>33</a:t>
            </a:fld>
            <a:endParaRPr lang="pt-BR" altLang="pt-BR">
              <a:solidFill>
                <a:srgbClr val="2C5DAA"/>
              </a:solidFill>
              <a:latin typeface="Calibri" panose="020F0502020204030204" pitchFamily="34" charset="0"/>
            </a:endParaRPr>
          </a:p>
        </p:txBody>
      </p:sp>
      <p:graphicFrame>
        <p:nvGraphicFramePr>
          <p:cNvPr id="11" name="Tabela 10">
            <a:extLst>
              <a:ext uri="{FF2B5EF4-FFF2-40B4-BE49-F238E27FC236}">
                <a16:creationId xmlns:a16="http://schemas.microsoft.com/office/drawing/2014/main" id="{BD7A8B5E-7771-4CA4-7D8C-8BA138CE0887}"/>
              </a:ext>
            </a:extLst>
          </p:cNvPr>
          <p:cNvGraphicFramePr>
            <a:graphicFrameLocks noGrp="1"/>
          </p:cNvGraphicFramePr>
          <p:nvPr/>
        </p:nvGraphicFramePr>
        <p:xfrm>
          <a:off x="1643063" y="2928938"/>
          <a:ext cx="6096000" cy="1482724"/>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681">
                <a:tc>
                  <a:txBody>
                    <a:bodyPr/>
                    <a:lstStyle/>
                    <a:p>
                      <a:r>
                        <a:rPr lang="pt-BR" sz="1200" dirty="0"/>
                        <a:t>Alternativa</a:t>
                      </a:r>
                    </a:p>
                  </a:txBody>
                  <a:tcPr marT="45700" marB="45700"/>
                </a:tc>
                <a:tc>
                  <a:txBody>
                    <a:bodyPr/>
                    <a:lstStyle/>
                    <a:p>
                      <a:r>
                        <a:rPr lang="pt-BR" sz="1200" dirty="0"/>
                        <a:t>Ano 0   $</a:t>
                      </a:r>
                    </a:p>
                  </a:txBody>
                  <a:tcPr marT="45700" marB="45700"/>
                </a:tc>
                <a:tc>
                  <a:txBody>
                    <a:bodyPr/>
                    <a:lstStyle/>
                    <a:p>
                      <a:r>
                        <a:rPr lang="pt-BR" sz="1200" dirty="0"/>
                        <a:t>Ano 1  $</a:t>
                      </a:r>
                    </a:p>
                  </a:txBody>
                  <a:tcPr marT="45700" marB="45700"/>
                </a:tc>
                <a:tc>
                  <a:txBody>
                    <a:bodyPr/>
                    <a:lstStyle/>
                    <a:p>
                      <a:r>
                        <a:rPr lang="pt-BR" sz="1200" dirty="0"/>
                        <a:t>Ano 2</a:t>
                      </a:r>
                      <a:r>
                        <a:rPr lang="pt-BR" sz="1200" baseline="0" dirty="0"/>
                        <a:t>  $</a:t>
                      </a:r>
                      <a:endParaRPr lang="pt-BR" sz="1200" dirty="0"/>
                    </a:p>
                  </a:txBody>
                  <a:tcPr marT="45700" marB="45700"/>
                </a:tc>
                <a:tc>
                  <a:txBody>
                    <a:bodyPr/>
                    <a:lstStyle/>
                    <a:p>
                      <a:r>
                        <a:rPr lang="pt-BR" sz="1200" dirty="0"/>
                        <a:t>VPL(10%) $</a:t>
                      </a:r>
                    </a:p>
                  </a:txBody>
                  <a:tcPr marT="45700" marB="45700"/>
                </a:tc>
                <a:tc>
                  <a:txBody>
                    <a:bodyPr/>
                    <a:lstStyle/>
                    <a:p>
                      <a:r>
                        <a:rPr lang="pt-BR" sz="1200" dirty="0"/>
                        <a:t>TIR %</a:t>
                      </a:r>
                    </a:p>
                  </a:txBody>
                  <a:tcPr marT="45700" marB="45700"/>
                </a:tc>
                <a:extLst>
                  <a:ext uri="{0D108BD9-81ED-4DB2-BD59-A6C34878D82A}">
                    <a16:rowId xmlns:a16="http://schemas.microsoft.com/office/drawing/2014/main" val="10000"/>
                  </a:ext>
                </a:extLst>
              </a:tr>
              <a:tr h="370681">
                <a:tc>
                  <a:txBody>
                    <a:bodyPr/>
                    <a:lstStyle/>
                    <a:p>
                      <a:r>
                        <a:rPr lang="pt-BR" sz="1200" dirty="0"/>
                        <a:t>A</a:t>
                      </a:r>
                    </a:p>
                  </a:txBody>
                  <a:tcPr marT="45700" marB="45700"/>
                </a:tc>
                <a:tc>
                  <a:txBody>
                    <a:bodyPr/>
                    <a:lstStyle/>
                    <a:p>
                      <a:r>
                        <a:rPr lang="pt-BR" sz="1200" dirty="0"/>
                        <a:t>-10,00</a:t>
                      </a:r>
                    </a:p>
                  </a:txBody>
                  <a:tcPr marT="45700" marB="45700"/>
                </a:tc>
                <a:tc>
                  <a:txBody>
                    <a:bodyPr/>
                    <a:lstStyle/>
                    <a:p>
                      <a:r>
                        <a:rPr lang="pt-BR" sz="1200" dirty="0"/>
                        <a:t>30,00</a:t>
                      </a:r>
                    </a:p>
                  </a:txBody>
                  <a:tcPr marT="45700" marB="45700"/>
                </a:tc>
                <a:tc>
                  <a:txBody>
                    <a:bodyPr/>
                    <a:lstStyle/>
                    <a:p>
                      <a:r>
                        <a:rPr lang="pt-BR" sz="1200" dirty="0"/>
                        <a:t>5,00</a:t>
                      </a:r>
                    </a:p>
                  </a:txBody>
                  <a:tcPr marT="45700" marB="45700"/>
                </a:tc>
                <a:tc>
                  <a:txBody>
                    <a:bodyPr/>
                    <a:lstStyle/>
                    <a:p>
                      <a:r>
                        <a:rPr lang="pt-BR" sz="1200" dirty="0"/>
                        <a:t>21,40</a:t>
                      </a:r>
                    </a:p>
                  </a:txBody>
                  <a:tcPr marT="45700" marB="45700"/>
                </a:tc>
                <a:tc>
                  <a:txBody>
                    <a:bodyPr/>
                    <a:lstStyle/>
                    <a:p>
                      <a:r>
                        <a:rPr lang="pt-BR" sz="1200" dirty="0"/>
                        <a:t>214%</a:t>
                      </a:r>
                    </a:p>
                  </a:txBody>
                  <a:tcPr marT="45700" marB="45700"/>
                </a:tc>
                <a:extLst>
                  <a:ext uri="{0D108BD9-81ED-4DB2-BD59-A6C34878D82A}">
                    <a16:rowId xmlns:a16="http://schemas.microsoft.com/office/drawing/2014/main" val="10001"/>
                  </a:ext>
                </a:extLst>
              </a:tr>
              <a:tr h="370681">
                <a:tc>
                  <a:txBody>
                    <a:bodyPr/>
                    <a:lstStyle/>
                    <a:p>
                      <a:r>
                        <a:rPr lang="pt-BR" sz="1200" dirty="0"/>
                        <a:t>B</a:t>
                      </a:r>
                    </a:p>
                  </a:txBody>
                  <a:tcPr marT="45700" marB="45700"/>
                </a:tc>
                <a:tc>
                  <a:txBody>
                    <a:bodyPr/>
                    <a:lstStyle/>
                    <a:p>
                      <a:r>
                        <a:rPr lang="pt-BR" sz="1200" dirty="0"/>
                        <a:t>-5,00</a:t>
                      </a:r>
                    </a:p>
                  </a:txBody>
                  <a:tcPr marT="45700" marB="45700"/>
                </a:tc>
                <a:tc>
                  <a:txBody>
                    <a:bodyPr/>
                    <a:lstStyle/>
                    <a:p>
                      <a:r>
                        <a:rPr lang="pt-BR" sz="1200" dirty="0"/>
                        <a:t>5,00</a:t>
                      </a:r>
                    </a:p>
                  </a:txBody>
                  <a:tcPr marT="45700" marB="45700"/>
                </a:tc>
                <a:tc>
                  <a:txBody>
                    <a:bodyPr/>
                    <a:lstStyle/>
                    <a:p>
                      <a:r>
                        <a:rPr lang="pt-BR" sz="1200" dirty="0"/>
                        <a:t>20,00</a:t>
                      </a:r>
                    </a:p>
                  </a:txBody>
                  <a:tcPr marT="45700" marB="45700"/>
                </a:tc>
                <a:tc>
                  <a:txBody>
                    <a:bodyPr/>
                    <a:lstStyle/>
                    <a:p>
                      <a:r>
                        <a:rPr lang="pt-BR" sz="1200" dirty="0"/>
                        <a:t>16,07</a:t>
                      </a:r>
                    </a:p>
                  </a:txBody>
                  <a:tcPr marT="45700" marB="45700"/>
                </a:tc>
                <a:tc>
                  <a:txBody>
                    <a:bodyPr/>
                    <a:lstStyle/>
                    <a:p>
                      <a:r>
                        <a:rPr lang="pt-BR" sz="1200" dirty="0"/>
                        <a:t>321%</a:t>
                      </a:r>
                    </a:p>
                  </a:txBody>
                  <a:tcPr marT="45700" marB="45700"/>
                </a:tc>
                <a:extLst>
                  <a:ext uri="{0D108BD9-81ED-4DB2-BD59-A6C34878D82A}">
                    <a16:rowId xmlns:a16="http://schemas.microsoft.com/office/drawing/2014/main" val="10002"/>
                  </a:ext>
                </a:extLst>
              </a:tr>
              <a:tr h="370681">
                <a:tc>
                  <a:txBody>
                    <a:bodyPr/>
                    <a:lstStyle/>
                    <a:p>
                      <a:r>
                        <a:rPr lang="pt-BR" sz="1200" dirty="0"/>
                        <a:t>C</a:t>
                      </a:r>
                    </a:p>
                  </a:txBody>
                  <a:tcPr marT="45700" marB="45700"/>
                </a:tc>
                <a:tc>
                  <a:txBody>
                    <a:bodyPr/>
                    <a:lstStyle/>
                    <a:p>
                      <a:r>
                        <a:rPr lang="pt-BR" sz="1200" dirty="0"/>
                        <a:t>-5,00</a:t>
                      </a:r>
                    </a:p>
                  </a:txBody>
                  <a:tcPr marT="45700" marB="45700"/>
                </a:tc>
                <a:tc>
                  <a:txBody>
                    <a:bodyPr/>
                    <a:lstStyle/>
                    <a:p>
                      <a:r>
                        <a:rPr lang="pt-BR" sz="1200" dirty="0"/>
                        <a:t>5,00</a:t>
                      </a:r>
                    </a:p>
                  </a:txBody>
                  <a:tcPr marT="45700" marB="45700"/>
                </a:tc>
                <a:tc>
                  <a:txBody>
                    <a:bodyPr/>
                    <a:lstStyle/>
                    <a:p>
                      <a:r>
                        <a:rPr lang="pt-BR" sz="1200" dirty="0"/>
                        <a:t>15,00</a:t>
                      </a:r>
                    </a:p>
                  </a:txBody>
                  <a:tcPr marT="45700" marB="45700"/>
                </a:tc>
                <a:tc>
                  <a:txBody>
                    <a:bodyPr/>
                    <a:lstStyle/>
                    <a:p>
                      <a:r>
                        <a:rPr lang="pt-BR" sz="1200" dirty="0"/>
                        <a:t>11,94</a:t>
                      </a:r>
                    </a:p>
                  </a:txBody>
                  <a:tcPr marT="45700" marB="45700"/>
                </a:tc>
                <a:tc>
                  <a:txBody>
                    <a:bodyPr/>
                    <a:lstStyle/>
                    <a:p>
                      <a:r>
                        <a:rPr lang="pt-BR" sz="1200" dirty="0"/>
                        <a:t>239%</a:t>
                      </a:r>
                    </a:p>
                  </a:txBody>
                  <a:tcPr marT="45700" marB="45700"/>
                </a:tc>
                <a:extLst>
                  <a:ext uri="{0D108BD9-81ED-4DB2-BD59-A6C34878D82A}">
                    <a16:rowId xmlns:a16="http://schemas.microsoft.com/office/drawing/2014/main" val="10003"/>
                  </a:ext>
                </a:extLst>
              </a:tr>
            </a:tbl>
          </a:graphicData>
        </a:graphic>
      </p:graphicFrame>
      <p:sp>
        <p:nvSpPr>
          <p:cNvPr id="41005" name="CaixaDeTexto 6">
            <a:extLst>
              <a:ext uri="{FF2B5EF4-FFF2-40B4-BE49-F238E27FC236}">
                <a16:creationId xmlns:a16="http://schemas.microsoft.com/office/drawing/2014/main" id="{E08A14B1-9D78-5847-B74C-DDBC7618A6EA}"/>
              </a:ext>
            </a:extLst>
          </p:cNvPr>
          <p:cNvSpPr txBox="1">
            <a:spLocks noChangeArrowheads="1"/>
          </p:cNvSpPr>
          <p:nvPr/>
        </p:nvSpPr>
        <p:spPr bwMode="auto">
          <a:xfrm>
            <a:off x="1428750" y="4572000"/>
            <a:ext cx="68580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400"/>
              <a:t>Quando há restrição de capital, ou quando o capital está limitado aos recursos disponíveis ($ 10,00), as alternativas podem ser ordenadas pelo índice de rentabilidade ( VPL / investimento inicial). Neste caso, a alternativa B+C é aconselhável.</a:t>
            </a: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1986" name="CaixaDeTexto 3">
            <a:extLst>
              <a:ext uri="{FF2B5EF4-FFF2-40B4-BE49-F238E27FC236}">
                <a16:creationId xmlns:a16="http://schemas.microsoft.com/office/drawing/2014/main" id="{4A0DAF9D-F9B4-7844-DC6F-BEA04F6C6CAA}"/>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41987" name="CaixaDeTexto 6">
            <a:extLst>
              <a:ext uri="{FF2B5EF4-FFF2-40B4-BE49-F238E27FC236}">
                <a16:creationId xmlns:a16="http://schemas.microsoft.com/office/drawing/2014/main" id="{53A45BEB-0731-AA3F-BDDF-75A9E274A3B0}"/>
              </a:ext>
            </a:extLst>
          </p:cNvPr>
          <p:cNvSpPr txBox="1">
            <a:spLocks noChangeArrowheads="1"/>
          </p:cNvSpPr>
          <p:nvPr/>
        </p:nvSpPr>
        <p:spPr bwMode="auto">
          <a:xfrm>
            <a:off x="1643063" y="2428875"/>
            <a:ext cx="6858000"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400"/>
              <a:t>a) Sem restrição de Capital: </a:t>
            </a:r>
          </a:p>
        </p:txBody>
      </p:sp>
      <p:sp>
        <p:nvSpPr>
          <p:cNvPr id="10" name="CaixaDeTexto 9">
            <a:extLst>
              <a:ext uri="{FF2B5EF4-FFF2-40B4-BE49-F238E27FC236}">
                <a16:creationId xmlns:a16="http://schemas.microsoft.com/office/drawing/2014/main" id="{8ABC7263-943B-89D0-E794-0EC5D2EA124D}"/>
              </a:ext>
            </a:extLst>
          </p:cNvPr>
          <p:cNvSpPr txBox="1"/>
          <p:nvPr/>
        </p:nvSpPr>
        <p:spPr>
          <a:xfrm>
            <a:off x="4538663" y="142875"/>
            <a:ext cx="4391025" cy="646113"/>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na análise de investimentos de capital</a:t>
            </a:r>
          </a:p>
        </p:txBody>
      </p:sp>
      <p:sp>
        <p:nvSpPr>
          <p:cNvPr id="41989" name="CaixaDeTexto 10">
            <a:extLst>
              <a:ext uri="{FF2B5EF4-FFF2-40B4-BE49-F238E27FC236}">
                <a16:creationId xmlns:a16="http://schemas.microsoft.com/office/drawing/2014/main" id="{9055D4D1-59BD-AB3B-E883-302657A8FD31}"/>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41990" name="CaixaDeTexto 12">
            <a:extLst>
              <a:ext uri="{FF2B5EF4-FFF2-40B4-BE49-F238E27FC236}">
                <a16:creationId xmlns:a16="http://schemas.microsoft.com/office/drawing/2014/main" id="{0B974E73-BE40-BE3C-2860-C58EBB214A10}"/>
              </a:ext>
            </a:extLst>
          </p:cNvPr>
          <p:cNvSpPr txBox="1">
            <a:spLocks noChangeArrowheads="1"/>
          </p:cNvSpPr>
          <p:nvPr/>
        </p:nvSpPr>
        <p:spPr bwMode="auto">
          <a:xfrm>
            <a:off x="1857375" y="2000250"/>
            <a:ext cx="67151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600" b="1">
                <a:solidFill>
                  <a:srgbClr val="2C5DAA"/>
                </a:solidFill>
              </a:rPr>
              <a:t>Exemplo: continuação...</a:t>
            </a:r>
          </a:p>
        </p:txBody>
      </p:sp>
      <p:sp>
        <p:nvSpPr>
          <p:cNvPr id="3079" name="Espaço Reservado para Número de Slide 7">
            <a:extLst>
              <a:ext uri="{FF2B5EF4-FFF2-40B4-BE49-F238E27FC236}">
                <a16:creationId xmlns:a16="http://schemas.microsoft.com/office/drawing/2014/main" id="{51B8DA4C-2794-283F-58E0-094DCFE6CBD2}"/>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201E0ED8-778F-49E4-9C88-27FDB6109003}" type="slidenum">
              <a:rPr lang="pt-BR" altLang="pt-BR">
                <a:solidFill>
                  <a:srgbClr val="2C5DAA"/>
                </a:solidFill>
                <a:latin typeface="Calibri" panose="020F0502020204030204" pitchFamily="34" charset="0"/>
              </a:rPr>
              <a:pPr eaLnBrk="1" hangingPunct="1"/>
              <a:t>34</a:t>
            </a:fld>
            <a:endParaRPr lang="pt-BR" altLang="pt-BR">
              <a:solidFill>
                <a:srgbClr val="2C5DAA"/>
              </a:solidFill>
              <a:latin typeface="Calibri" panose="020F0502020204030204" pitchFamily="34" charset="0"/>
            </a:endParaRPr>
          </a:p>
        </p:txBody>
      </p:sp>
      <p:graphicFrame>
        <p:nvGraphicFramePr>
          <p:cNvPr id="11" name="Tabela 10">
            <a:extLst>
              <a:ext uri="{FF2B5EF4-FFF2-40B4-BE49-F238E27FC236}">
                <a16:creationId xmlns:a16="http://schemas.microsoft.com/office/drawing/2014/main" id="{AE00E2C9-F58E-6AB7-83CE-F30BF05BABA6}"/>
              </a:ext>
            </a:extLst>
          </p:cNvPr>
          <p:cNvGraphicFramePr>
            <a:graphicFrameLocks noGrp="1"/>
          </p:cNvGraphicFramePr>
          <p:nvPr/>
        </p:nvGraphicFramePr>
        <p:xfrm>
          <a:off x="1643063" y="2928938"/>
          <a:ext cx="6096000" cy="1482724"/>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681">
                <a:tc>
                  <a:txBody>
                    <a:bodyPr/>
                    <a:lstStyle/>
                    <a:p>
                      <a:r>
                        <a:rPr lang="pt-BR" sz="1200" dirty="0"/>
                        <a:t>Alternativa</a:t>
                      </a:r>
                    </a:p>
                  </a:txBody>
                  <a:tcPr marT="45700" marB="45700"/>
                </a:tc>
                <a:tc>
                  <a:txBody>
                    <a:bodyPr/>
                    <a:lstStyle/>
                    <a:p>
                      <a:r>
                        <a:rPr lang="pt-BR" sz="1200" dirty="0"/>
                        <a:t>Ano 0   $</a:t>
                      </a:r>
                    </a:p>
                  </a:txBody>
                  <a:tcPr marT="45700" marB="45700"/>
                </a:tc>
                <a:tc>
                  <a:txBody>
                    <a:bodyPr/>
                    <a:lstStyle/>
                    <a:p>
                      <a:r>
                        <a:rPr lang="pt-BR" sz="1200" dirty="0"/>
                        <a:t>Ano 1  $</a:t>
                      </a:r>
                    </a:p>
                  </a:txBody>
                  <a:tcPr marT="45700" marB="45700"/>
                </a:tc>
                <a:tc>
                  <a:txBody>
                    <a:bodyPr/>
                    <a:lstStyle/>
                    <a:p>
                      <a:r>
                        <a:rPr lang="pt-BR" sz="1200" dirty="0"/>
                        <a:t>Ano 2</a:t>
                      </a:r>
                      <a:r>
                        <a:rPr lang="pt-BR" sz="1200" baseline="0" dirty="0"/>
                        <a:t>  $</a:t>
                      </a:r>
                      <a:endParaRPr lang="pt-BR" sz="1200" dirty="0"/>
                    </a:p>
                  </a:txBody>
                  <a:tcPr marT="45700" marB="45700"/>
                </a:tc>
                <a:tc>
                  <a:txBody>
                    <a:bodyPr/>
                    <a:lstStyle/>
                    <a:p>
                      <a:r>
                        <a:rPr lang="pt-BR" sz="1200" dirty="0"/>
                        <a:t>VPL(10%) $</a:t>
                      </a:r>
                    </a:p>
                  </a:txBody>
                  <a:tcPr marT="45700" marB="45700"/>
                </a:tc>
                <a:tc>
                  <a:txBody>
                    <a:bodyPr/>
                    <a:lstStyle/>
                    <a:p>
                      <a:r>
                        <a:rPr lang="pt-BR" sz="1200" dirty="0"/>
                        <a:t>TIR %</a:t>
                      </a:r>
                    </a:p>
                  </a:txBody>
                  <a:tcPr marT="45700" marB="45700"/>
                </a:tc>
                <a:extLst>
                  <a:ext uri="{0D108BD9-81ED-4DB2-BD59-A6C34878D82A}">
                    <a16:rowId xmlns:a16="http://schemas.microsoft.com/office/drawing/2014/main" val="10000"/>
                  </a:ext>
                </a:extLst>
              </a:tr>
              <a:tr h="370681">
                <a:tc>
                  <a:txBody>
                    <a:bodyPr/>
                    <a:lstStyle/>
                    <a:p>
                      <a:r>
                        <a:rPr lang="pt-BR" sz="1200" dirty="0"/>
                        <a:t>A + B</a:t>
                      </a:r>
                    </a:p>
                  </a:txBody>
                  <a:tcPr marT="45700" marB="45700"/>
                </a:tc>
                <a:tc>
                  <a:txBody>
                    <a:bodyPr/>
                    <a:lstStyle/>
                    <a:p>
                      <a:r>
                        <a:rPr lang="pt-BR" sz="1200" dirty="0"/>
                        <a:t>-15,00</a:t>
                      </a:r>
                    </a:p>
                  </a:txBody>
                  <a:tcPr marT="45700" marB="45700"/>
                </a:tc>
                <a:tc>
                  <a:txBody>
                    <a:bodyPr/>
                    <a:lstStyle/>
                    <a:p>
                      <a:r>
                        <a:rPr lang="pt-BR" sz="1200" dirty="0"/>
                        <a:t>35,00</a:t>
                      </a:r>
                    </a:p>
                  </a:txBody>
                  <a:tcPr marT="45700" marB="45700"/>
                </a:tc>
                <a:tc>
                  <a:txBody>
                    <a:bodyPr/>
                    <a:lstStyle/>
                    <a:p>
                      <a:r>
                        <a:rPr lang="pt-BR" sz="1200" dirty="0"/>
                        <a:t>25,00</a:t>
                      </a:r>
                    </a:p>
                  </a:txBody>
                  <a:tcPr marT="45700" marB="45700"/>
                </a:tc>
                <a:tc>
                  <a:txBody>
                    <a:bodyPr/>
                    <a:lstStyle/>
                    <a:p>
                      <a:r>
                        <a:rPr lang="pt-BR" sz="1200" dirty="0"/>
                        <a:t>37,47</a:t>
                      </a:r>
                    </a:p>
                  </a:txBody>
                  <a:tcPr marT="45700" marB="45700"/>
                </a:tc>
                <a:tc>
                  <a:txBody>
                    <a:bodyPr/>
                    <a:lstStyle/>
                    <a:p>
                      <a:r>
                        <a:rPr lang="pt-BR" sz="1200" dirty="0"/>
                        <a:t>250%</a:t>
                      </a:r>
                    </a:p>
                  </a:txBody>
                  <a:tcPr marT="45700" marB="45700"/>
                </a:tc>
                <a:extLst>
                  <a:ext uri="{0D108BD9-81ED-4DB2-BD59-A6C34878D82A}">
                    <a16:rowId xmlns:a16="http://schemas.microsoft.com/office/drawing/2014/main" val="10001"/>
                  </a:ext>
                </a:extLst>
              </a:tr>
              <a:tr h="370681">
                <a:tc>
                  <a:txBody>
                    <a:bodyPr/>
                    <a:lstStyle/>
                    <a:p>
                      <a:r>
                        <a:rPr lang="pt-BR" sz="1200" dirty="0"/>
                        <a:t>A + C</a:t>
                      </a:r>
                    </a:p>
                  </a:txBody>
                  <a:tcPr marT="45700" marB="45700"/>
                </a:tc>
                <a:tc>
                  <a:txBody>
                    <a:bodyPr/>
                    <a:lstStyle/>
                    <a:p>
                      <a:r>
                        <a:rPr lang="pt-BR" sz="1200" dirty="0"/>
                        <a:t>-15,00</a:t>
                      </a:r>
                    </a:p>
                  </a:txBody>
                  <a:tcPr marT="45700" marB="45700"/>
                </a:tc>
                <a:tc>
                  <a:txBody>
                    <a:bodyPr/>
                    <a:lstStyle/>
                    <a:p>
                      <a:r>
                        <a:rPr lang="pt-BR" sz="1200" dirty="0"/>
                        <a:t>35,00</a:t>
                      </a:r>
                    </a:p>
                  </a:txBody>
                  <a:tcPr marT="45700" marB="45700"/>
                </a:tc>
                <a:tc>
                  <a:txBody>
                    <a:bodyPr/>
                    <a:lstStyle/>
                    <a:p>
                      <a:r>
                        <a:rPr lang="pt-BR" sz="1200" dirty="0"/>
                        <a:t>20,00</a:t>
                      </a:r>
                    </a:p>
                  </a:txBody>
                  <a:tcPr marT="45700" marB="45700"/>
                </a:tc>
                <a:tc>
                  <a:txBody>
                    <a:bodyPr/>
                    <a:lstStyle/>
                    <a:p>
                      <a:r>
                        <a:rPr lang="pt-BR" sz="1200" dirty="0"/>
                        <a:t>33,34</a:t>
                      </a:r>
                    </a:p>
                  </a:txBody>
                  <a:tcPr marT="45700" marB="45700"/>
                </a:tc>
                <a:tc>
                  <a:txBody>
                    <a:bodyPr/>
                    <a:lstStyle/>
                    <a:p>
                      <a:r>
                        <a:rPr lang="pt-BR" sz="1200" dirty="0"/>
                        <a:t>222%</a:t>
                      </a:r>
                    </a:p>
                  </a:txBody>
                  <a:tcPr marT="45700" marB="45700"/>
                </a:tc>
                <a:extLst>
                  <a:ext uri="{0D108BD9-81ED-4DB2-BD59-A6C34878D82A}">
                    <a16:rowId xmlns:a16="http://schemas.microsoft.com/office/drawing/2014/main" val="10002"/>
                  </a:ext>
                </a:extLst>
              </a:tr>
              <a:tr h="370681">
                <a:tc>
                  <a:txBody>
                    <a:bodyPr/>
                    <a:lstStyle/>
                    <a:p>
                      <a:r>
                        <a:rPr lang="pt-BR" sz="1200" dirty="0"/>
                        <a:t>B + C</a:t>
                      </a:r>
                    </a:p>
                  </a:txBody>
                  <a:tcPr marT="45700" marB="45700"/>
                </a:tc>
                <a:tc>
                  <a:txBody>
                    <a:bodyPr/>
                    <a:lstStyle/>
                    <a:p>
                      <a:r>
                        <a:rPr lang="pt-BR" sz="1200" dirty="0"/>
                        <a:t>-10,00</a:t>
                      </a:r>
                    </a:p>
                  </a:txBody>
                  <a:tcPr marT="45700" marB="45700"/>
                </a:tc>
                <a:tc>
                  <a:txBody>
                    <a:bodyPr/>
                    <a:lstStyle/>
                    <a:p>
                      <a:r>
                        <a:rPr lang="pt-BR" sz="1200" dirty="0"/>
                        <a:t>10,00</a:t>
                      </a:r>
                    </a:p>
                  </a:txBody>
                  <a:tcPr marT="45700" marB="45700"/>
                </a:tc>
                <a:tc>
                  <a:txBody>
                    <a:bodyPr/>
                    <a:lstStyle/>
                    <a:p>
                      <a:r>
                        <a:rPr lang="pt-BR" sz="1200" dirty="0"/>
                        <a:t>35,00</a:t>
                      </a:r>
                    </a:p>
                  </a:txBody>
                  <a:tcPr marT="45700" marB="45700"/>
                </a:tc>
                <a:tc>
                  <a:txBody>
                    <a:bodyPr/>
                    <a:lstStyle/>
                    <a:p>
                      <a:r>
                        <a:rPr lang="pt-BR" sz="1200" dirty="0"/>
                        <a:t>28,01</a:t>
                      </a:r>
                    </a:p>
                  </a:txBody>
                  <a:tcPr marT="45700" marB="45700"/>
                </a:tc>
                <a:tc>
                  <a:txBody>
                    <a:bodyPr/>
                    <a:lstStyle/>
                    <a:p>
                      <a:r>
                        <a:rPr lang="pt-BR" sz="1200" dirty="0"/>
                        <a:t>280%</a:t>
                      </a:r>
                    </a:p>
                  </a:txBody>
                  <a:tcPr marT="45700" marB="45700"/>
                </a:tc>
                <a:extLst>
                  <a:ext uri="{0D108BD9-81ED-4DB2-BD59-A6C34878D82A}">
                    <a16:rowId xmlns:a16="http://schemas.microsoft.com/office/drawing/2014/main" val="10003"/>
                  </a:ext>
                </a:extLst>
              </a:tr>
            </a:tbl>
          </a:graphicData>
        </a:graphic>
      </p:graphicFrame>
      <p:sp>
        <p:nvSpPr>
          <p:cNvPr id="42029" name="CaixaDeTexto 6">
            <a:extLst>
              <a:ext uri="{FF2B5EF4-FFF2-40B4-BE49-F238E27FC236}">
                <a16:creationId xmlns:a16="http://schemas.microsoft.com/office/drawing/2014/main" id="{BCE0AD6C-D4BA-D6A4-C69E-1089582F5514}"/>
              </a:ext>
            </a:extLst>
          </p:cNvPr>
          <p:cNvSpPr txBox="1">
            <a:spLocks noChangeArrowheads="1"/>
          </p:cNvSpPr>
          <p:nvPr/>
        </p:nvSpPr>
        <p:spPr bwMode="auto">
          <a:xfrm>
            <a:off x="1428750" y="4572000"/>
            <a:ext cx="68580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pt-BR" altLang="pt-BR" sz="1400"/>
              <a:t>A combinação selecionada seria  A + B que tem o maior  VPL  e requer  um investimento inicial  total de $ 15,00 .  Repare que, nessa situação, o uso do índice de rentabilidade  não seria apropriado , pois indicaria a combinação de  B + C,  que não maximiza o  VPL.</a:t>
            </a: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3010" name="CaixaDeTexto 3">
            <a:extLst>
              <a:ext uri="{FF2B5EF4-FFF2-40B4-BE49-F238E27FC236}">
                <a16:creationId xmlns:a16="http://schemas.microsoft.com/office/drawing/2014/main" id="{60D70DAF-A9BB-1F6C-EC94-264D260C940A}"/>
              </a:ext>
            </a:extLst>
          </p:cNvPr>
          <p:cNvSpPr txBox="1">
            <a:spLocks noChangeArrowheads="1"/>
          </p:cNvSpPr>
          <p:nvPr/>
        </p:nvSpPr>
        <p:spPr bwMode="auto">
          <a:xfrm>
            <a:off x="214313" y="6611938"/>
            <a:ext cx="1631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Carlos  Patrício Samanez</a:t>
            </a:r>
          </a:p>
        </p:txBody>
      </p:sp>
      <p:sp>
        <p:nvSpPr>
          <p:cNvPr id="43011" name="CaixaDeTexto 6">
            <a:extLst>
              <a:ext uri="{FF2B5EF4-FFF2-40B4-BE49-F238E27FC236}">
                <a16:creationId xmlns:a16="http://schemas.microsoft.com/office/drawing/2014/main" id="{8113F713-2AC4-2196-1557-252F6EAA874D}"/>
              </a:ext>
            </a:extLst>
          </p:cNvPr>
          <p:cNvSpPr txBox="1">
            <a:spLocks noChangeArrowheads="1"/>
          </p:cNvSpPr>
          <p:nvPr/>
        </p:nvSpPr>
        <p:spPr bwMode="auto">
          <a:xfrm>
            <a:off x="1571625" y="2681288"/>
            <a:ext cx="6715125" cy="300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lnSpc>
                <a:spcPct val="150000"/>
              </a:lnSpc>
            </a:pPr>
            <a:r>
              <a:rPr lang="pt-BR" altLang="pt-BR" sz="1600"/>
              <a:t>O VPL tem como finalidade medir o valor presente dos fluxos de caixa gerados pelo projeto ao longo de sua vida útil. O VPL </a:t>
            </a:r>
            <a:r>
              <a:rPr lang="pt-BR" altLang="pt-BR" sz="1600" i="1"/>
              <a:t>estratégico </a:t>
            </a:r>
            <a:r>
              <a:rPr lang="pt-BR" altLang="pt-BR" sz="1600"/>
              <a:t>preocupa-se com o custo de oportunidade e as opções de investimento. Desta forma, torna o cálculo do investimento altamente sensível à incerteza sobre o valor futuro do projeto. Ao mudarem as condições econômicas que afetam os riscos e aumentam a volatilidade dos fluxos de caixa dos projetos, isso poderá ter grande impacto no dispêndio do investimento , mais forte até que uma taxa de juros ou política tributária.     </a:t>
            </a:r>
          </a:p>
        </p:txBody>
      </p:sp>
      <p:sp>
        <p:nvSpPr>
          <p:cNvPr id="10" name="CaixaDeTexto 9">
            <a:extLst>
              <a:ext uri="{FF2B5EF4-FFF2-40B4-BE49-F238E27FC236}">
                <a16:creationId xmlns:a16="http://schemas.microsoft.com/office/drawing/2014/main" id="{9CF827C5-7033-BE57-F93B-9575C147A5AF}"/>
              </a:ext>
            </a:extLst>
          </p:cNvPr>
          <p:cNvSpPr txBox="1"/>
          <p:nvPr/>
        </p:nvSpPr>
        <p:spPr>
          <a:xfrm>
            <a:off x="4538663" y="142875"/>
            <a:ext cx="4391025" cy="646113"/>
          </a:xfrm>
          <a:prstGeom prst="rect">
            <a:avLst/>
          </a:prstGeom>
          <a:noFill/>
        </p:spPr>
        <p:txBody>
          <a:bodyPr>
            <a:spAutoFit/>
          </a:bodyPr>
          <a:lstStyle/>
          <a:p>
            <a:pPr fontAlgn="auto">
              <a:spcBef>
                <a:spcPts val="0"/>
              </a:spcBef>
              <a:spcAft>
                <a:spcPts val="0"/>
              </a:spcAft>
              <a:defRPr/>
            </a:pPr>
            <a:r>
              <a:rPr lang="pt-BR" b="1" dirty="0">
                <a:solidFill>
                  <a:srgbClr val="2C5DAA"/>
                </a:solidFill>
              </a:rPr>
              <a:t>Capítulo 2</a:t>
            </a:r>
            <a:r>
              <a:rPr lang="pt-BR" dirty="0">
                <a:solidFill>
                  <a:schemeClr val="bg1">
                    <a:lumMod val="95000"/>
                  </a:schemeClr>
                </a:solidFill>
              </a:rPr>
              <a:t> | Métodos e critérios na análise de investimentos de capital</a:t>
            </a:r>
          </a:p>
        </p:txBody>
      </p:sp>
      <p:sp>
        <p:nvSpPr>
          <p:cNvPr id="43013" name="CaixaDeTexto 10">
            <a:extLst>
              <a:ext uri="{FF2B5EF4-FFF2-40B4-BE49-F238E27FC236}">
                <a16:creationId xmlns:a16="http://schemas.microsoft.com/office/drawing/2014/main" id="{9D027664-1896-6FCA-589C-E87E2661A99D}"/>
              </a:ext>
            </a:extLst>
          </p:cNvPr>
          <p:cNvSpPr txBox="1">
            <a:spLocks noChangeArrowheads="1"/>
          </p:cNvSpPr>
          <p:nvPr/>
        </p:nvSpPr>
        <p:spPr bwMode="auto">
          <a:xfrm>
            <a:off x="3587750" y="6611938"/>
            <a:ext cx="19129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000">
                <a:solidFill>
                  <a:srgbClr val="2C5DAA"/>
                </a:solidFill>
              </a:rPr>
              <a:t>© 2009 by Pearson Education </a:t>
            </a:r>
          </a:p>
        </p:txBody>
      </p:sp>
      <p:sp>
        <p:nvSpPr>
          <p:cNvPr id="43014" name="CaixaDeTexto 12">
            <a:extLst>
              <a:ext uri="{FF2B5EF4-FFF2-40B4-BE49-F238E27FC236}">
                <a16:creationId xmlns:a16="http://schemas.microsoft.com/office/drawing/2014/main" id="{E2DDD3AB-63D3-7B92-0B69-7FB93F5581B8}"/>
              </a:ext>
            </a:extLst>
          </p:cNvPr>
          <p:cNvSpPr txBox="1">
            <a:spLocks noChangeArrowheads="1"/>
          </p:cNvSpPr>
          <p:nvPr/>
        </p:nvSpPr>
        <p:spPr bwMode="auto">
          <a:xfrm>
            <a:off x="1571625" y="2130425"/>
            <a:ext cx="63293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1600" b="1">
                <a:solidFill>
                  <a:srgbClr val="2C5DAA"/>
                </a:solidFill>
              </a:rPr>
              <a:t>Método do valor presente líquido Estratégico (VPL </a:t>
            </a:r>
            <a:r>
              <a:rPr lang="pt-BR" altLang="pt-BR" sz="1600" b="1" i="1">
                <a:solidFill>
                  <a:srgbClr val="2C5DAA"/>
                </a:solidFill>
              </a:rPr>
              <a:t>estratégico</a:t>
            </a:r>
            <a:r>
              <a:rPr lang="pt-BR" altLang="pt-BR" sz="1600" b="1">
                <a:solidFill>
                  <a:srgbClr val="2C5DAA"/>
                </a:solidFill>
              </a:rPr>
              <a:t>)</a:t>
            </a:r>
          </a:p>
        </p:txBody>
      </p:sp>
      <p:sp>
        <p:nvSpPr>
          <p:cNvPr id="3079" name="Espaço Reservado para Número de Slide 7">
            <a:extLst>
              <a:ext uri="{FF2B5EF4-FFF2-40B4-BE49-F238E27FC236}">
                <a16:creationId xmlns:a16="http://schemas.microsoft.com/office/drawing/2014/main" id="{68EEAFEF-8D80-5C27-E0BB-784F292B8DFB}"/>
              </a:ext>
            </a:extLst>
          </p:cNvPr>
          <p:cNvSpPr>
            <a:spLocks noGrp="1"/>
          </p:cNvSpPr>
          <p:nvPr>
            <p:ph type="sldNum" sz="quarter" idx="12"/>
          </p:nvPr>
        </p:nvSpPr>
        <p:spPr bwMode="auto">
          <a:xfrm>
            <a:off x="6867525" y="6564313"/>
            <a:ext cx="2133600" cy="365125"/>
          </a:xfrm>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a:solidFill>
                  <a:srgbClr val="2C5DAA"/>
                </a:solidFill>
                <a:latin typeface="Calibri" panose="020F0502020204030204" pitchFamily="34" charset="0"/>
              </a:rPr>
              <a:t>Slide </a:t>
            </a:r>
            <a:fld id="{B0EB1019-EFD3-4EC2-8FC8-B7CF4A8F7243}" type="slidenum">
              <a:rPr lang="pt-BR" altLang="pt-BR">
                <a:solidFill>
                  <a:srgbClr val="2C5DAA"/>
                </a:solidFill>
                <a:latin typeface="Calibri" panose="020F0502020204030204" pitchFamily="34" charset="0"/>
              </a:rPr>
              <a:pPr eaLnBrk="1" hangingPunct="1"/>
              <a:t>35</a:t>
            </a:fld>
            <a:endParaRPr lang="pt-BR" altLang="pt-BR">
              <a:solidFill>
                <a:srgbClr val="2C5DAA"/>
              </a:solidFill>
              <a:latin typeface="Calibri" panose="020F0502020204030204" pitchFamily="34" charset="0"/>
            </a:endParaRPr>
          </a:p>
        </p:txBody>
      </p:sp>
    </p:spTree>
  </p:cSld>
  <p:clrMapOvr>
    <a:masterClrMapping/>
  </p:clrMapOvr>
  <p:transition>
    <p:fade/>
  </p:transition>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6_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ata xmlns="f244cccc-9ebe-487b-9f49-451c84d31f5d">2025-01-03T18:42:32+00:00</Data>
    <Grupo15_x002d_MatheuseLorena xmlns="f244cccc-9ebe-487b-9f49-451c84d31f5d" xsi:nil="true"/>
    <lcf76f155ced4ddcb4097134ff3c332f xmlns="f244cccc-9ebe-487b-9f49-451c84d31f5d">
      <Terms xmlns="http://schemas.microsoft.com/office/infopath/2007/PartnerControls"/>
    </lcf76f155ced4ddcb4097134ff3c332f>
    <_x002e_ xmlns="f244cccc-9ebe-487b-9f49-451c84d31f5d" xsi:nil="true"/>
    <TaxCatchAll xmlns="6d1e6d4d-286d-4a1d-879b-bd877680a131" xsi:nil="true"/>
    <grupo13_x002d_MarceloPassos xmlns="f244cccc-9ebe-487b-9f49-451c84d31f5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3A8A4E097220C94CA78F0CF62B1C4486" ma:contentTypeVersion="20" ma:contentTypeDescription="Crie um novo documento." ma:contentTypeScope="" ma:versionID="e274cbce19eccc8f05082042bdbebfe6">
  <xsd:schema xmlns:xsd="http://www.w3.org/2001/XMLSchema" xmlns:xs="http://www.w3.org/2001/XMLSchema" xmlns:p="http://schemas.microsoft.com/office/2006/metadata/properties" xmlns:ns2="f244cccc-9ebe-487b-9f49-451c84d31f5d" xmlns:ns3="6d1e6d4d-286d-4a1d-879b-bd877680a131" targetNamespace="http://schemas.microsoft.com/office/2006/metadata/properties" ma:root="true" ma:fieldsID="8d05ae5ea0c3b3bf75339924b2fa7c23" ns2:_="" ns3:_="">
    <xsd:import namespace="f244cccc-9ebe-487b-9f49-451c84d31f5d"/>
    <xsd:import namespace="6d1e6d4d-286d-4a1d-879b-bd877680a13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3:SharedWithUsers" minOccurs="0"/>
                <xsd:element ref="ns3:SharedWithDetails" minOccurs="0"/>
                <xsd:element ref="ns2:Grupo15_x002d_MatheuseLorena" minOccurs="0"/>
                <xsd:element ref="ns2:_x002e_" minOccurs="0"/>
                <xsd:element ref="ns2:lcf76f155ced4ddcb4097134ff3c332f" minOccurs="0"/>
                <xsd:element ref="ns3:TaxCatchAll" minOccurs="0"/>
                <xsd:element ref="ns2:MediaServiceGenerationTime" minOccurs="0"/>
                <xsd:element ref="ns2:MediaServiceEventHashCode" minOccurs="0"/>
                <xsd:element ref="ns2:MediaServiceObjectDetectorVersions" minOccurs="0"/>
                <xsd:element ref="ns2:MediaServiceSearchProperties" minOccurs="0"/>
                <xsd:element ref="ns2:Data" minOccurs="0"/>
                <xsd:element ref="ns2:MediaServiceOCR" minOccurs="0"/>
                <xsd:element ref="ns2:grupo13_x002d_MarceloPasso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4cccc-9ebe-487b-9f49-451c84d31f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Grupo15_x002d_MatheuseLorena" ma:index="15" nillable="true" ma:displayName="Grupo 15 - Matheus e Lorena" ma:format="Dropdown" ma:internalName="Grupo15_x002d_MatheuseLorena">
      <xsd:simpleType>
        <xsd:restriction base="dms:Text">
          <xsd:maxLength value="255"/>
        </xsd:restriction>
      </xsd:simpleType>
    </xsd:element>
    <xsd:element name="_x002e_" ma:index="16" nillable="true" ma:displayName="." ma:format="Dropdown" ma:internalName="_x002e_">
      <xsd:simpleType>
        <xsd:restriction base="dms:Text">
          <xsd:maxLength value="255"/>
        </xsd:restriction>
      </xsd:simpleType>
    </xsd:element>
    <xsd:element name="lcf76f155ced4ddcb4097134ff3c332f" ma:index="18" nillable="true" ma:taxonomy="true" ma:internalName="lcf76f155ced4ddcb4097134ff3c332f" ma:taxonomyFieldName="MediaServiceImageTags" ma:displayName="Marcações de imagem" ma:readOnly="false" ma:fieldId="{5cf76f15-5ced-4ddc-b409-7134ff3c332f}" ma:taxonomyMulti="true" ma:sspId="242374f3-4cab-4e95-b6f7-35998408ef9e" ma:termSetId="09814cd3-568e-fe90-9814-8d621ff8fb84" ma:anchorId="fba54fb3-c3e1-fe81-a776-ca4b69148c4d" ma:open="true" ma:isKeyword="false">
      <xsd:complexType>
        <xsd:sequence>
          <xsd:element ref="pc:Terms" minOccurs="0" maxOccurs="1"/>
        </xsd:sequence>
      </xsd:complex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Data" ma:index="24" nillable="true" ma:displayName="Data" ma:default="[today]" ma:format="DateTime" ma:internalName="Data">
      <xsd:simpleType>
        <xsd:restriction base="dms:DateTime"/>
      </xsd:simpleType>
    </xsd:element>
    <xsd:element name="MediaServiceOCR" ma:index="25" nillable="true" ma:displayName="Extracted Text" ma:internalName="MediaServiceOCR" ma:readOnly="true">
      <xsd:simpleType>
        <xsd:restriction base="dms:Note">
          <xsd:maxLength value="255"/>
        </xsd:restriction>
      </xsd:simpleType>
    </xsd:element>
    <xsd:element name="grupo13_x002d_MarceloPassos" ma:index="26" nillable="true" ma:displayName="grupo 13 - Marcelo Passos " ma:format="Dropdown" ma:internalName="grupo13_x002d_MarceloPasso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d1e6d4d-286d-4a1d-879b-bd877680a131" elementFormDefault="qualified">
    <xsd:import namespace="http://schemas.microsoft.com/office/2006/documentManagement/types"/>
    <xsd:import namespace="http://schemas.microsoft.com/office/infopath/2007/PartnerControls"/>
    <xsd:element name="SharedWithUsers" ma:index="13"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Detalhes de Compartilhado Com" ma:internalName="SharedWithDetails" ma:readOnly="true">
      <xsd:simpleType>
        <xsd:restriction base="dms:Note">
          <xsd:maxLength value="255"/>
        </xsd:restriction>
      </xsd:simpleType>
    </xsd:element>
    <xsd:element name="TaxCatchAll" ma:index="19" nillable="true" ma:displayName="Taxonomy Catch All Column" ma:hidden="true" ma:list="{114cce79-e80e-4214-aac2-dd100738ee36}" ma:internalName="TaxCatchAll" ma:showField="CatchAllData" ma:web="6d1e6d4d-286d-4a1d-879b-bd877680a13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78F11F6-E379-4712-AA92-85C32D8F8513}">
  <ds:schemaRefs>
    <ds:schemaRef ds:uri="http://schemas.microsoft.com/office/2006/metadata/properties"/>
    <ds:schemaRef ds:uri="http://schemas.microsoft.com/office/infopath/2007/PartnerControls"/>
    <ds:schemaRef ds:uri="f244cccc-9ebe-487b-9f49-451c84d31f5d"/>
    <ds:schemaRef ds:uri="6d1e6d4d-286d-4a1d-879b-bd877680a131"/>
  </ds:schemaRefs>
</ds:datastoreItem>
</file>

<file path=customXml/itemProps2.xml><?xml version="1.0" encoding="utf-8"?>
<ds:datastoreItem xmlns:ds="http://schemas.openxmlformats.org/officeDocument/2006/customXml" ds:itemID="{4DDAA35C-F2B4-424B-AF6E-C0BA917890E5}"/>
</file>

<file path=customXml/itemProps3.xml><?xml version="1.0" encoding="utf-8"?>
<ds:datastoreItem xmlns:ds="http://schemas.openxmlformats.org/officeDocument/2006/customXml" ds:itemID="{2CCE0D46-2F89-4000-B06D-06071F94E07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2681</TotalTime>
  <Words>3179</Words>
  <Application>Microsoft Office PowerPoint</Application>
  <PresentationFormat>Apresentação na tela (4:3)</PresentationFormat>
  <Paragraphs>469</Paragraphs>
  <Slides>35</Slides>
  <Notes>35</Notes>
  <HiddenSlides>0</HiddenSlides>
  <MMClips>0</MMClips>
  <ScaleCrop>false</ScaleCrop>
  <HeadingPairs>
    <vt:vector size="4" baseType="variant">
      <vt:variant>
        <vt:lpstr>Tema</vt:lpstr>
      </vt:variant>
      <vt:variant>
        <vt:i4>7</vt:i4>
      </vt:variant>
      <vt:variant>
        <vt:lpstr>Títulos de slides</vt:lpstr>
      </vt:variant>
      <vt:variant>
        <vt:i4>35</vt:i4>
      </vt:variant>
    </vt:vector>
  </HeadingPairs>
  <TitlesOfParts>
    <vt:vector size="42" baseType="lpstr">
      <vt:lpstr>Tema do Office</vt:lpstr>
      <vt:lpstr>1_Tema do Office</vt:lpstr>
      <vt:lpstr>2_Tema do Office</vt:lpstr>
      <vt:lpstr>3_Tema do Office</vt:lpstr>
      <vt:lpstr>4_Tema do Office</vt:lpstr>
      <vt:lpstr>5_Tema do Office</vt:lpstr>
      <vt:lpstr>6_Tema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ICONE 4 COMUNICAÇÃO E ARTE LTDA</dc:creator>
  <cp:lastModifiedBy>ProfºJOCA</cp:lastModifiedBy>
  <cp:revision>189</cp:revision>
  <dcterms:created xsi:type="dcterms:W3CDTF">2009-04-20T19:30:33Z</dcterms:created>
  <dcterms:modified xsi:type="dcterms:W3CDTF">2026-05-03T17:54:54Z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0x0101003A8A4E097220C94CA78F0CF62B1C4486</vt:lpwstr>
  </property>
  <property fmtid="{D5CDD505-2E9C-101B-9397-08002B2CF9AE}" pid="3" name="MediaServiceImageTags">
    <vt:lpwstr/>
  </property>
</Properties>
</file>